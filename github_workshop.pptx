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7" r:id="rId2"/>
    <p:sldId id="256" r:id="rId3"/>
    <p:sldId id="269" r:id="rId4"/>
    <p:sldId id="259" r:id="rId5"/>
    <p:sldId id="263" r:id="rId6"/>
    <p:sldId id="260" r:id="rId7"/>
    <p:sldId id="264" r:id="rId8"/>
    <p:sldId id="265" r:id="rId9"/>
    <p:sldId id="261" r:id="rId10"/>
    <p:sldId id="258" r:id="rId11"/>
    <p:sldId id="266" r:id="rId12"/>
    <p:sldId id="268" r:id="rId13"/>
    <p:sldId id="267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162FB4-19BE-42D1-895A-723C96DA8420}" v="200" dt="2023-10-06T16:02:26.242"/>
    <p1510:client id="{6711E614-7CE1-6DD1-9A2D-D669B6760E82}" v="54" dt="2023-10-27T03:36:13.090"/>
    <p1510:client id="{8CCF72B7-42B8-24E4-EF95-3677BAAA50B7}" v="141" dt="2023-10-19T18:21:54.858"/>
    <p1510:client id="{943AE6D5-357B-5DD4-670E-CAC2E93ADC69}" v="240" dt="2023-10-19T19:14:58.669"/>
    <p1510:client id="{B7396861-CD52-3BCE-8FAA-612F8461A67F}" v="87" dt="2023-10-19T14:20:17.567"/>
    <p1510:client id="{DD395F5E-C4DF-68D8-1680-F59148E31BED}" v="325" dt="2023-10-06T18:49:05.227"/>
    <p1510:client id="{EF2922A9-9207-9366-68F3-39505ED4BF4B}" v="134" dt="2023-10-27T20:32:22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Cooper" userId="S::kmcooper@unomaha.edu::53996509-aa68-4a3e-b8c6-d8532b74f18f" providerId="AD" clId="Web-{6711E614-7CE1-6DD1-9A2D-D669B6760E82}"/>
    <pc:docChg chg="modSld">
      <pc:chgData name="Kate Cooper" userId="S::kmcooper@unomaha.edu::53996509-aa68-4a3e-b8c6-d8532b74f18f" providerId="AD" clId="Web-{6711E614-7CE1-6DD1-9A2D-D669B6760E82}" dt="2023-10-27T03:36:12.761" v="51" actId="20577"/>
      <pc:docMkLst>
        <pc:docMk/>
      </pc:docMkLst>
      <pc:sldChg chg="modSp">
        <pc:chgData name="Kate Cooper" userId="S::kmcooper@unomaha.edu::53996509-aa68-4a3e-b8c6-d8532b74f18f" providerId="AD" clId="Web-{6711E614-7CE1-6DD1-9A2D-D669B6760E82}" dt="2023-10-27T03:36:12.761" v="51" actId="20577"/>
        <pc:sldMkLst>
          <pc:docMk/>
          <pc:sldMk cId="3154796549" sldId="261"/>
        </pc:sldMkLst>
        <pc:spChg chg="mod">
          <ac:chgData name="Kate Cooper" userId="S::kmcooper@unomaha.edu::53996509-aa68-4a3e-b8c6-d8532b74f18f" providerId="AD" clId="Web-{6711E614-7CE1-6DD1-9A2D-D669B6760E82}" dt="2023-10-27T03:36:12.761" v="51" actId="20577"/>
          <ac:spMkLst>
            <pc:docMk/>
            <pc:sldMk cId="3154796549" sldId="261"/>
            <ac:spMk id="3" creationId="{B4569EE0-D4E7-5D35-2220-873F9101C12D}"/>
          </ac:spMkLst>
        </pc:spChg>
      </pc:sldChg>
      <pc:sldChg chg="modSp">
        <pc:chgData name="Kate Cooper" userId="S::kmcooper@unomaha.edu::53996509-aa68-4a3e-b8c6-d8532b74f18f" providerId="AD" clId="Web-{6711E614-7CE1-6DD1-9A2D-D669B6760E82}" dt="2023-10-27T03:35:49.511" v="48" actId="20577"/>
        <pc:sldMkLst>
          <pc:docMk/>
          <pc:sldMk cId="4010207534" sldId="262"/>
        </pc:sldMkLst>
        <pc:spChg chg="mod">
          <ac:chgData name="Kate Cooper" userId="S::kmcooper@unomaha.edu::53996509-aa68-4a3e-b8c6-d8532b74f18f" providerId="AD" clId="Web-{6711E614-7CE1-6DD1-9A2D-D669B6760E82}" dt="2023-10-27T03:35:49.511" v="48" actId="20577"/>
          <ac:spMkLst>
            <pc:docMk/>
            <pc:sldMk cId="4010207534" sldId="262"/>
            <ac:spMk id="3" creationId="{33BA6CD7-C217-60BC-7E45-FD047B4BEDE7}"/>
          </ac:spMkLst>
        </pc:spChg>
      </pc:sldChg>
    </pc:docChg>
  </pc:docChgLst>
  <pc:docChgLst>
    <pc:chgData name="Kate Cooper" userId="S::kmcooper@unomaha.edu::53996509-aa68-4a3e-b8c6-d8532b74f18f" providerId="AD" clId="Web-{DD395F5E-C4DF-68D8-1680-F59148E31BED}"/>
    <pc:docChg chg="addSld delSld modSld sldOrd">
      <pc:chgData name="Kate Cooper" userId="S::kmcooper@unomaha.edu::53996509-aa68-4a3e-b8c6-d8532b74f18f" providerId="AD" clId="Web-{DD395F5E-C4DF-68D8-1680-F59148E31BED}" dt="2023-10-06T18:49:05.227" v="298" actId="14100"/>
      <pc:docMkLst>
        <pc:docMk/>
      </pc:docMkLst>
      <pc:sldChg chg="addSp delSp modSp mod setBg modClrScheme chgLayout">
        <pc:chgData name="Kate Cooper" userId="S::kmcooper@unomaha.edu::53996509-aa68-4a3e-b8c6-d8532b74f18f" providerId="AD" clId="Web-{DD395F5E-C4DF-68D8-1680-F59148E31BED}" dt="2023-10-06T18:33:35.659" v="187" actId="20577"/>
        <pc:sldMkLst>
          <pc:docMk/>
          <pc:sldMk cId="252587489" sldId="259"/>
        </pc:sldMkLst>
        <pc:spChg chg="mod ord">
          <ac:chgData name="Kate Cooper" userId="S::kmcooper@unomaha.edu::53996509-aa68-4a3e-b8c6-d8532b74f18f" providerId="AD" clId="Web-{DD395F5E-C4DF-68D8-1680-F59148E31BED}" dt="2023-10-06T18:28:16.084" v="11"/>
          <ac:spMkLst>
            <pc:docMk/>
            <pc:sldMk cId="252587489" sldId="259"/>
            <ac:spMk id="2" creationId="{8DCA9D4A-8ED4-CF4B-278D-5F37D781B7D8}"/>
          </ac:spMkLst>
        </pc:spChg>
        <pc:spChg chg="add mod ord">
          <ac:chgData name="Kate Cooper" userId="S::kmcooper@unomaha.edu::53996509-aa68-4a3e-b8c6-d8532b74f18f" providerId="AD" clId="Web-{DD395F5E-C4DF-68D8-1680-F59148E31BED}" dt="2023-10-06T18:33:35.659" v="187" actId="20577"/>
          <ac:spMkLst>
            <pc:docMk/>
            <pc:sldMk cId="252587489" sldId="259"/>
            <ac:spMk id="3" creationId="{4D6434E5-0733-F0A6-009E-846D1DFD1D31}"/>
          </ac:spMkLst>
        </pc:spChg>
        <pc:spChg chg="del mod">
          <ac:chgData name="Kate Cooper" userId="S::kmcooper@unomaha.edu::53996509-aa68-4a3e-b8c6-d8532b74f18f" providerId="AD" clId="Web-{DD395F5E-C4DF-68D8-1680-F59148E31BED}" dt="2023-10-06T16:28:12.388" v="1"/>
          <ac:spMkLst>
            <pc:docMk/>
            <pc:sldMk cId="252587489" sldId="259"/>
            <ac:spMk id="3" creationId="{AF45A7CA-7DCD-0B9B-8FE0-6EAD3BDCD4CD}"/>
          </ac:spMkLst>
        </pc:spChg>
        <pc:spChg chg="add del mod ord">
          <ac:chgData name="Kate Cooper" userId="S::kmcooper@unomaha.edu::53996509-aa68-4a3e-b8c6-d8532b74f18f" providerId="AD" clId="Web-{DD395F5E-C4DF-68D8-1680-F59148E31BED}" dt="2023-10-06T18:28:05.411" v="10"/>
          <ac:spMkLst>
            <pc:docMk/>
            <pc:sldMk cId="252587489" sldId="259"/>
            <ac:spMk id="4" creationId="{9140A19F-4F3C-5D43-E333-9C8E0B4BB807}"/>
          </ac:spMkLst>
        </pc:spChg>
        <pc:spChg chg="add">
          <ac:chgData name="Kate Cooper" userId="S::kmcooper@unomaha.edu::53996509-aa68-4a3e-b8c6-d8532b74f18f" providerId="AD" clId="Web-{DD395F5E-C4DF-68D8-1680-F59148E31BED}" dt="2023-10-06T18:28:16.084" v="11"/>
          <ac:spMkLst>
            <pc:docMk/>
            <pc:sldMk cId="252587489" sldId="259"/>
            <ac:spMk id="8" creationId="{84136905-015B-4510-B514-027CBA846BD6}"/>
          </ac:spMkLst>
        </pc:spChg>
        <pc:spChg chg="add">
          <ac:chgData name="Kate Cooper" userId="S::kmcooper@unomaha.edu::53996509-aa68-4a3e-b8c6-d8532b74f18f" providerId="AD" clId="Web-{DD395F5E-C4DF-68D8-1680-F59148E31BED}" dt="2023-10-06T18:28:16.084" v="11"/>
          <ac:spMkLst>
            <pc:docMk/>
            <pc:sldMk cId="252587489" sldId="259"/>
            <ac:spMk id="10" creationId="{36CD0F97-2E5B-4E84-8544-EB24DED10446}"/>
          </ac:spMkLst>
        </pc:spChg>
        <pc:spChg chg="add">
          <ac:chgData name="Kate Cooper" userId="S::kmcooper@unomaha.edu::53996509-aa68-4a3e-b8c6-d8532b74f18f" providerId="AD" clId="Web-{DD395F5E-C4DF-68D8-1680-F59148E31BED}" dt="2023-10-06T18:28:16.084" v="11"/>
          <ac:spMkLst>
            <pc:docMk/>
            <pc:sldMk cId="252587489" sldId="259"/>
            <ac:spMk id="12" creationId="{3B272257-593A-402F-88FA-F1DECD9E3FC4}"/>
          </ac:spMkLst>
        </pc:spChg>
        <pc:picChg chg="add del mod">
          <ac:chgData name="Kate Cooper" userId="S::kmcooper@unomaha.edu::53996509-aa68-4a3e-b8c6-d8532b74f18f" providerId="AD" clId="Web-{DD395F5E-C4DF-68D8-1680-F59148E31BED}" dt="2023-10-06T16:28:23.545" v="6"/>
          <ac:picMkLst>
            <pc:docMk/>
            <pc:sldMk cId="252587489" sldId="259"/>
            <ac:picMk id="4" creationId="{10C5A6BA-D477-D1A6-BC88-3E77B8A3F716}"/>
          </ac:picMkLst>
        </pc:picChg>
      </pc:sldChg>
      <pc:sldChg chg="addSp delSp modSp">
        <pc:chgData name="Kate Cooper" userId="S::kmcooper@unomaha.edu::53996509-aa68-4a3e-b8c6-d8532b74f18f" providerId="AD" clId="Web-{DD395F5E-C4DF-68D8-1680-F59148E31BED}" dt="2023-10-06T18:46:50.628" v="289" actId="1076"/>
        <pc:sldMkLst>
          <pc:docMk/>
          <pc:sldMk cId="4247303750" sldId="260"/>
        </pc:sldMkLst>
        <pc:spChg chg="del">
          <ac:chgData name="Kate Cooper" userId="S::kmcooper@unomaha.edu::53996509-aa68-4a3e-b8c6-d8532b74f18f" providerId="AD" clId="Web-{DD395F5E-C4DF-68D8-1680-F59148E31BED}" dt="2023-10-06T16:28:25.264" v="7"/>
          <ac:spMkLst>
            <pc:docMk/>
            <pc:sldMk cId="4247303750" sldId="260"/>
            <ac:spMk id="3" creationId="{DD3C2508-33BA-6BCC-E5DE-EEA6C1BA4BC4}"/>
          </ac:spMkLst>
        </pc:spChg>
        <pc:spChg chg="add del mod">
          <ac:chgData name="Kate Cooper" userId="S::kmcooper@unomaha.edu::53996509-aa68-4a3e-b8c6-d8532b74f18f" providerId="AD" clId="Web-{DD395F5E-C4DF-68D8-1680-F59148E31BED}" dt="2023-10-06T18:46:18.533" v="283"/>
          <ac:spMkLst>
            <pc:docMk/>
            <pc:sldMk cId="4247303750" sldId="260"/>
            <ac:spMk id="5" creationId="{1382F4A9-AE84-6928-D8A5-0B66110620A9}"/>
          </ac:spMkLst>
        </pc:spChg>
        <pc:picChg chg="add del mod ord">
          <ac:chgData name="Kate Cooper" userId="S::kmcooper@unomaha.edu::53996509-aa68-4a3e-b8c6-d8532b74f18f" providerId="AD" clId="Web-{DD395F5E-C4DF-68D8-1680-F59148E31BED}" dt="2023-10-06T18:46:15.345" v="282"/>
          <ac:picMkLst>
            <pc:docMk/>
            <pc:sldMk cId="4247303750" sldId="260"/>
            <ac:picMk id="4" creationId="{9B38F59D-5DA0-CA06-16AE-AF32A0C8EE53}"/>
          </ac:picMkLst>
        </pc:picChg>
        <pc:picChg chg="add mod ord">
          <ac:chgData name="Kate Cooper" userId="S::kmcooper@unomaha.edu::53996509-aa68-4a3e-b8c6-d8532b74f18f" providerId="AD" clId="Web-{DD395F5E-C4DF-68D8-1680-F59148E31BED}" dt="2023-10-06T18:46:50.628" v="289" actId="1076"/>
          <ac:picMkLst>
            <pc:docMk/>
            <pc:sldMk cId="4247303750" sldId="260"/>
            <ac:picMk id="6" creationId="{0B33AB9B-9228-AD64-3D2D-BA436E048A0F}"/>
          </ac:picMkLst>
        </pc:picChg>
      </pc:sldChg>
      <pc:sldChg chg="modSp">
        <pc:chgData name="Kate Cooper" userId="S::kmcooper@unomaha.edu::53996509-aa68-4a3e-b8c6-d8532b74f18f" providerId="AD" clId="Web-{DD395F5E-C4DF-68D8-1680-F59148E31BED}" dt="2023-10-06T18:34:54.803" v="277" actId="20577"/>
        <pc:sldMkLst>
          <pc:docMk/>
          <pc:sldMk cId="3154796549" sldId="261"/>
        </pc:sldMkLst>
        <pc:spChg chg="mod">
          <ac:chgData name="Kate Cooper" userId="S::kmcooper@unomaha.edu::53996509-aa68-4a3e-b8c6-d8532b74f18f" providerId="AD" clId="Web-{DD395F5E-C4DF-68D8-1680-F59148E31BED}" dt="2023-10-06T18:34:54.803" v="277" actId="20577"/>
          <ac:spMkLst>
            <pc:docMk/>
            <pc:sldMk cId="3154796549" sldId="261"/>
            <ac:spMk id="3" creationId="{B4569EE0-D4E7-5D35-2220-873F9101C12D}"/>
          </ac:spMkLst>
        </pc:spChg>
      </pc:sldChg>
      <pc:sldChg chg="addSp delSp modSp new addAnim">
        <pc:chgData name="Kate Cooper" userId="S::kmcooper@unomaha.edu::53996509-aa68-4a3e-b8c6-d8532b74f18f" providerId="AD" clId="Web-{DD395F5E-C4DF-68D8-1680-F59148E31BED}" dt="2023-10-06T18:32:47.141" v="173"/>
        <pc:sldMkLst>
          <pc:docMk/>
          <pc:sldMk cId="935890803" sldId="263"/>
        </pc:sldMkLst>
        <pc:spChg chg="mod">
          <ac:chgData name="Kate Cooper" userId="S::kmcooper@unomaha.edu::53996509-aa68-4a3e-b8c6-d8532b74f18f" providerId="AD" clId="Web-{DD395F5E-C4DF-68D8-1680-F59148E31BED}" dt="2023-10-06T18:30:33.839" v="136" actId="20577"/>
          <ac:spMkLst>
            <pc:docMk/>
            <pc:sldMk cId="935890803" sldId="263"/>
            <ac:spMk id="2" creationId="{A13C9525-33D8-AA20-00E7-2BA202B0755F}"/>
          </ac:spMkLst>
        </pc:spChg>
        <pc:spChg chg="del">
          <ac:chgData name="Kate Cooper" userId="S::kmcooper@unomaha.edu::53996509-aa68-4a3e-b8c6-d8532b74f18f" providerId="AD" clId="Web-{DD395F5E-C4DF-68D8-1680-F59148E31BED}" dt="2023-10-06T18:30:35.902" v="137"/>
          <ac:spMkLst>
            <pc:docMk/>
            <pc:sldMk cId="935890803" sldId="263"/>
            <ac:spMk id="3" creationId="{1191B29C-210D-2797-E4DA-774270D57BAB}"/>
          </ac:spMkLst>
        </pc:spChg>
        <pc:spChg chg="add mod">
          <ac:chgData name="Kate Cooper" userId="S::kmcooper@unomaha.edu::53996509-aa68-4a3e-b8c6-d8532b74f18f" providerId="AD" clId="Web-{DD395F5E-C4DF-68D8-1680-F59148E31BED}" dt="2023-10-06T18:32:38.063" v="171" actId="1076"/>
          <ac:spMkLst>
            <pc:docMk/>
            <pc:sldMk cId="935890803" sldId="263"/>
            <ac:spMk id="6" creationId="{285E2B43-5355-7A47-4BEB-5BC2545514E6}"/>
          </ac:spMkLst>
        </pc:spChg>
        <pc:spChg chg="add mod">
          <ac:chgData name="Kate Cooper" userId="S::kmcooper@unomaha.edu::53996509-aa68-4a3e-b8c6-d8532b74f18f" providerId="AD" clId="Web-{DD395F5E-C4DF-68D8-1680-F59148E31BED}" dt="2023-10-06T18:32:41.344" v="172" actId="1076"/>
          <ac:spMkLst>
            <pc:docMk/>
            <pc:sldMk cId="935890803" sldId="263"/>
            <ac:spMk id="7" creationId="{9B55E4A8-ED03-0F1A-AAC5-F13A6854EBCB}"/>
          </ac:spMkLst>
        </pc:spChg>
        <pc:picChg chg="add mod">
          <ac:chgData name="Kate Cooper" userId="S::kmcooper@unomaha.edu::53996509-aa68-4a3e-b8c6-d8532b74f18f" providerId="AD" clId="Web-{DD395F5E-C4DF-68D8-1680-F59148E31BED}" dt="2023-10-06T18:31:19.685" v="148" actId="1076"/>
          <ac:picMkLst>
            <pc:docMk/>
            <pc:sldMk cId="935890803" sldId="263"/>
            <ac:picMk id="4" creationId="{034FB0F1-C37F-4AD1-F2B6-F24F69898532}"/>
          </ac:picMkLst>
        </pc:picChg>
        <pc:picChg chg="add mod">
          <ac:chgData name="Kate Cooper" userId="S::kmcooper@unomaha.edu::53996509-aa68-4a3e-b8c6-d8532b74f18f" providerId="AD" clId="Web-{DD395F5E-C4DF-68D8-1680-F59148E31BED}" dt="2023-10-06T18:31:19.794" v="149" actId="1076"/>
          <ac:picMkLst>
            <pc:docMk/>
            <pc:sldMk cId="935890803" sldId="263"/>
            <ac:picMk id="5" creationId="{D7AA58C9-997A-44C2-C3D1-D40E103AB236}"/>
          </ac:picMkLst>
        </pc:picChg>
      </pc:sldChg>
      <pc:sldChg chg="addSp modSp add replId">
        <pc:chgData name="Kate Cooper" userId="S::kmcooper@unomaha.edu::53996509-aa68-4a3e-b8c6-d8532b74f18f" providerId="AD" clId="Web-{DD395F5E-C4DF-68D8-1680-F59148E31BED}" dt="2023-10-06T18:49:05.227" v="298" actId="14100"/>
        <pc:sldMkLst>
          <pc:docMk/>
          <pc:sldMk cId="2514038175" sldId="264"/>
        </pc:sldMkLst>
        <pc:picChg chg="add mod">
          <ac:chgData name="Kate Cooper" userId="S::kmcooper@unomaha.edu::53996509-aa68-4a3e-b8c6-d8532b74f18f" providerId="AD" clId="Web-{DD395F5E-C4DF-68D8-1680-F59148E31BED}" dt="2023-10-06T18:49:05.227" v="298" actId="14100"/>
          <ac:picMkLst>
            <pc:docMk/>
            <pc:sldMk cId="2514038175" sldId="264"/>
            <ac:picMk id="3" creationId="{18650BF0-813D-CE7C-AF2D-994FA6B97ECC}"/>
          </ac:picMkLst>
        </pc:picChg>
        <pc:picChg chg="mod">
          <ac:chgData name="Kate Cooper" userId="S::kmcooper@unomaha.edu::53996509-aa68-4a3e-b8c6-d8532b74f18f" providerId="AD" clId="Web-{DD395F5E-C4DF-68D8-1680-F59148E31BED}" dt="2023-10-06T18:48:47.507" v="294" actId="1076"/>
          <ac:picMkLst>
            <pc:docMk/>
            <pc:sldMk cId="2514038175" sldId="264"/>
            <ac:picMk id="4" creationId="{9B38F59D-5DA0-CA06-16AE-AF32A0C8EE53}"/>
          </ac:picMkLst>
        </pc:picChg>
      </pc:sldChg>
      <pc:sldChg chg="new del ord">
        <pc:chgData name="Kate Cooper" userId="S::kmcooper@unomaha.edu::53996509-aa68-4a3e-b8c6-d8532b74f18f" providerId="AD" clId="Web-{DD395F5E-C4DF-68D8-1680-F59148E31BED}" dt="2023-10-06T18:46:09.548" v="280"/>
        <pc:sldMkLst>
          <pc:docMk/>
          <pc:sldMk cId="2687769715" sldId="264"/>
        </pc:sldMkLst>
      </pc:sldChg>
    </pc:docChg>
  </pc:docChgLst>
  <pc:docChgLst>
    <pc:chgData name="Kate Cooper" userId="S::kmcooper@unomaha.edu::53996509-aa68-4a3e-b8c6-d8532b74f18f" providerId="AD" clId="Web-{B7396861-CD52-3BCE-8FAA-612F8461A67F}"/>
    <pc:docChg chg="addSld modSld sldOrd">
      <pc:chgData name="Kate Cooper" userId="S::kmcooper@unomaha.edu::53996509-aa68-4a3e-b8c6-d8532b74f18f" providerId="AD" clId="Web-{B7396861-CD52-3BCE-8FAA-612F8461A67F}" dt="2023-10-19T14:20:17.567" v="84"/>
      <pc:docMkLst>
        <pc:docMk/>
      </pc:docMkLst>
      <pc:sldChg chg="ord">
        <pc:chgData name="Kate Cooper" userId="S::kmcooper@unomaha.edu::53996509-aa68-4a3e-b8c6-d8532b74f18f" providerId="AD" clId="Web-{B7396861-CD52-3BCE-8FAA-612F8461A67F}" dt="2023-10-19T14:17:19.775" v="60"/>
        <pc:sldMkLst>
          <pc:docMk/>
          <pc:sldMk cId="486533255" sldId="258"/>
        </pc:sldMkLst>
      </pc:sldChg>
      <pc:sldChg chg="addSp delSp modSp new ord addAnim modAnim">
        <pc:chgData name="Kate Cooper" userId="S::kmcooper@unomaha.edu::53996509-aa68-4a3e-b8c6-d8532b74f18f" providerId="AD" clId="Web-{B7396861-CD52-3BCE-8FAA-612F8461A67F}" dt="2023-10-19T14:17:08.821" v="59"/>
        <pc:sldMkLst>
          <pc:docMk/>
          <pc:sldMk cId="833305197" sldId="265"/>
        </pc:sldMkLst>
        <pc:spChg chg="del mod">
          <ac:chgData name="Kate Cooper" userId="S::kmcooper@unomaha.edu::53996509-aa68-4a3e-b8c6-d8532b74f18f" providerId="AD" clId="Web-{B7396861-CD52-3BCE-8FAA-612F8461A67F}" dt="2023-10-19T14:15:46.878" v="30"/>
          <ac:spMkLst>
            <pc:docMk/>
            <pc:sldMk cId="833305197" sldId="265"/>
            <ac:spMk id="2" creationId="{E2D73B41-217B-D576-AB9E-5811BA7B4553}"/>
          </ac:spMkLst>
        </pc:spChg>
        <pc:spChg chg="del mod">
          <ac:chgData name="Kate Cooper" userId="S::kmcooper@unomaha.edu::53996509-aa68-4a3e-b8c6-d8532b74f18f" providerId="AD" clId="Web-{B7396861-CD52-3BCE-8FAA-612F8461A67F}" dt="2023-10-19T14:15:40.284" v="27"/>
          <ac:spMkLst>
            <pc:docMk/>
            <pc:sldMk cId="833305197" sldId="265"/>
            <ac:spMk id="3" creationId="{50619E3A-F054-40D9-6582-963AE5311529}"/>
          </ac:spMkLst>
        </pc:spChg>
        <pc:spChg chg="add del mod">
          <ac:chgData name="Kate Cooper" userId="S::kmcooper@unomaha.edu::53996509-aa68-4a3e-b8c6-d8532b74f18f" providerId="AD" clId="Web-{B7396861-CD52-3BCE-8FAA-612F8461A67F}" dt="2023-10-19T14:15:48.253" v="31"/>
          <ac:spMkLst>
            <pc:docMk/>
            <pc:sldMk cId="833305197" sldId="265"/>
            <ac:spMk id="4" creationId="{B1BE9EAA-A437-6783-4487-B8C08DC07DC5}"/>
          </ac:spMkLst>
        </pc:spChg>
        <pc:spChg chg="add mod">
          <ac:chgData name="Kate Cooper" userId="S::kmcooper@unomaha.edu::53996509-aa68-4a3e-b8c6-d8532b74f18f" providerId="AD" clId="Web-{B7396861-CD52-3BCE-8FAA-612F8461A67F}" dt="2023-10-19T14:16:05.817" v="55"/>
          <ac:spMkLst>
            <pc:docMk/>
            <pc:sldMk cId="833305197" sldId="265"/>
            <ac:spMk id="5" creationId="{5DEC6176-31F4-9BB2-7603-4611C210493F}"/>
          </ac:spMkLst>
        </pc:spChg>
        <pc:picChg chg="add del mod">
          <ac:chgData name="Kate Cooper" userId="S::kmcooper@unomaha.edu::53996509-aa68-4a3e-b8c6-d8532b74f18f" providerId="AD" clId="Web-{B7396861-CD52-3BCE-8FAA-612F8461A67F}" dt="2023-10-19T14:14:44.108" v="5"/>
          <ac:picMkLst>
            <pc:docMk/>
            <pc:sldMk cId="833305197" sldId="265"/>
            <ac:picMk id="6" creationId="{E698B7D0-47E0-A301-6C58-E70C768068A8}"/>
          </ac:picMkLst>
        </pc:picChg>
        <pc:picChg chg="add mod">
          <ac:chgData name="Kate Cooper" userId="S::kmcooper@unomaha.edu::53996509-aa68-4a3e-b8c6-d8532b74f18f" providerId="AD" clId="Web-{B7396861-CD52-3BCE-8FAA-612F8461A67F}" dt="2023-10-19T14:16:05.582" v="45"/>
          <ac:picMkLst>
            <pc:docMk/>
            <pc:sldMk cId="833305197" sldId="265"/>
            <ac:picMk id="7" creationId="{3DAA3CCB-4A16-713B-9EC5-663D98E61F28}"/>
          </ac:picMkLst>
        </pc:picChg>
        <pc:picChg chg="add mod">
          <ac:chgData name="Kate Cooper" userId="S::kmcooper@unomaha.edu::53996509-aa68-4a3e-b8c6-d8532b74f18f" providerId="AD" clId="Web-{B7396861-CD52-3BCE-8FAA-612F8461A67F}" dt="2023-10-19T14:16:05.598" v="46"/>
          <ac:picMkLst>
            <pc:docMk/>
            <pc:sldMk cId="833305197" sldId="265"/>
            <ac:picMk id="8" creationId="{7CC32EEE-B362-AD53-6B6B-7C2A8778AAF0}"/>
          </ac:picMkLst>
        </pc:picChg>
        <pc:picChg chg="add mod">
          <ac:chgData name="Kate Cooper" userId="S::kmcooper@unomaha.edu::53996509-aa68-4a3e-b8c6-d8532b74f18f" providerId="AD" clId="Web-{B7396861-CD52-3BCE-8FAA-612F8461A67F}" dt="2023-10-19T14:16:05.614" v="47"/>
          <ac:picMkLst>
            <pc:docMk/>
            <pc:sldMk cId="833305197" sldId="265"/>
            <ac:picMk id="9" creationId="{352A7E8B-2D88-6BB0-7201-77F0D26E8900}"/>
          </ac:picMkLst>
        </pc:picChg>
        <pc:picChg chg="add mod">
          <ac:chgData name="Kate Cooper" userId="S::kmcooper@unomaha.edu::53996509-aa68-4a3e-b8c6-d8532b74f18f" providerId="AD" clId="Web-{B7396861-CD52-3BCE-8FAA-612F8461A67F}" dt="2023-10-19T14:16:05.629" v="48"/>
          <ac:picMkLst>
            <pc:docMk/>
            <pc:sldMk cId="833305197" sldId="265"/>
            <ac:picMk id="10" creationId="{EB20C229-3215-C909-9ECA-9703D6FA3547}"/>
          </ac:picMkLst>
        </pc:picChg>
        <pc:picChg chg="add mod">
          <ac:chgData name="Kate Cooper" userId="S::kmcooper@unomaha.edu::53996509-aa68-4a3e-b8c6-d8532b74f18f" providerId="AD" clId="Web-{B7396861-CD52-3BCE-8FAA-612F8461A67F}" dt="2023-10-19T14:16:05.660" v="49"/>
          <ac:picMkLst>
            <pc:docMk/>
            <pc:sldMk cId="833305197" sldId="265"/>
            <ac:picMk id="11" creationId="{5EF1138F-8470-3B3C-B2CA-FA69C030D8DA}"/>
          </ac:picMkLst>
        </pc:picChg>
        <pc:picChg chg="add mod">
          <ac:chgData name="Kate Cooper" userId="S::kmcooper@unomaha.edu::53996509-aa68-4a3e-b8c6-d8532b74f18f" providerId="AD" clId="Web-{B7396861-CD52-3BCE-8FAA-612F8461A67F}" dt="2023-10-19T14:16:05.676" v="50"/>
          <ac:picMkLst>
            <pc:docMk/>
            <pc:sldMk cId="833305197" sldId="265"/>
            <ac:picMk id="12" creationId="{B01BDF9E-226C-1323-348C-D89B300E5D92}"/>
          </ac:picMkLst>
        </pc:picChg>
        <pc:picChg chg="add mod">
          <ac:chgData name="Kate Cooper" userId="S::kmcooper@unomaha.edu::53996509-aa68-4a3e-b8c6-d8532b74f18f" providerId="AD" clId="Web-{B7396861-CD52-3BCE-8FAA-612F8461A67F}" dt="2023-10-19T14:16:05.692" v="51"/>
          <ac:picMkLst>
            <pc:docMk/>
            <pc:sldMk cId="833305197" sldId="265"/>
            <ac:picMk id="13" creationId="{7512B54F-8EFC-644F-B44D-0CADF837359F}"/>
          </ac:picMkLst>
        </pc:picChg>
        <pc:picChg chg="add mod">
          <ac:chgData name="Kate Cooper" userId="S::kmcooper@unomaha.edu::53996509-aa68-4a3e-b8c6-d8532b74f18f" providerId="AD" clId="Web-{B7396861-CD52-3BCE-8FAA-612F8461A67F}" dt="2023-10-19T14:16:05.785" v="54"/>
          <ac:picMkLst>
            <pc:docMk/>
            <pc:sldMk cId="833305197" sldId="265"/>
            <ac:picMk id="14" creationId="{C00088A8-28D2-4730-8611-37C58CB18043}"/>
          </ac:picMkLst>
        </pc:picChg>
        <pc:picChg chg="add mod modCrop">
          <ac:chgData name="Kate Cooper" userId="S::kmcooper@unomaha.edu::53996509-aa68-4a3e-b8c6-d8532b74f18f" providerId="AD" clId="Web-{B7396861-CD52-3BCE-8FAA-612F8461A67F}" dt="2023-10-19T14:16:05.707" v="52"/>
          <ac:picMkLst>
            <pc:docMk/>
            <pc:sldMk cId="833305197" sldId="265"/>
            <ac:picMk id="15" creationId="{1532E27F-6E60-F209-94E1-8CCC1BBE0788}"/>
          </ac:picMkLst>
        </pc:picChg>
        <pc:picChg chg="add mod">
          <ac:chgData name="Kate Cooper" userId="S::kmcooper@unomaha.edu::53996509-aa68-4a3e-b8c6-d8532b74f18f" providerId="AD" clId="Web-{B7396861-CD52-3BCE-8FAA-612F8461A67F}" dt="2023-10-19T14:16:05.707" v="53"/>
          <ac:picMkLst>
            <pc:docMk/>
            <pc:sldMk cId="833305197" sldId="265"/>
            <ac:picMk id="16" creationId="{A61D2CEB-FB11-8EA8-491F-ED0B56555C79}"/>
          </ac:picMkLst>
        </pc:picChg>
      </pc:sldChg>
      <pc:sldChg chg="addSp delSp modSp new">
        <pc:chgData name="Kate Cooper" userId="S::kmcooper@unomaha.edu::53996509-aa68-4a3e-b8c6-d8532b74f18f" providerId="AD" clId="Web-{B7396861-CD52-3BCE-8FAA-612F8461A67F}" dt="2023-10-19T14:20:17.567" v="84"/>
        <pc:sldMkLst>
          <pc:docMk/>
          <pc:sldMk cId="1420581346" sldId="266"/>
        </pc:sldMkLst>
        <pc:spChg chg="mod">
          <ac:chgData name="Kate Cooper" userId="S::kmcooper@unomaha.edu::53996509-aa68-4a3e-b8c6-d8532b74f18f" providerId="AD" clId="Web-{B7396861-CD52-3BCE-8FAA-612F8461A67F}" dt="2023-10-19T14:18:14.169" v="72" actId="1076"/>
          <ac:spMkLst>
            <pc:docMk/>
            <pc:sldMk cId="1420581346" sldId="266"/>
            <ac:spMk id="2" creationId="{8C91E4EF-A880-82CE-A5B0-A41E3C0512CA}"/>
          </ac:spMkLst>
        </pc:spChg>
        <pc:spChg chg="del mod">
          <ac:chgData name="Kate Cooper" userId="S::kmcooper@unomaha.edu::53996509-aa68-4a3e-b8c6-d8532b74f18f" providerId="AD" clId="Web-{B7396861-CD52-3BCE-8FAA-612F8461A67F}" dt="2023-10-19T14:18:17.513" v="74"/>
          <ac:spMkLst>
            <pc:docMk/>
            <pc:sldMk cId="1420581346" sldId="266"/>
            <ac:spMk id="3" creationId="{BFB011F8-6A79-9FC1-77DE-19E835CB7C43}"/>
          </ac:spMkLst>
        </pc:spChg>
        <pc:picChg chg="add mod">
          <ac:chgData name="Kate Cooper" userId="S::kmcooper@unomaha.edu::53996509-aa68-4a3e-b8c6-d8532b74f18f" providerId="AD" clId="Web-{B7396861-CD52-3BCE-8FAA-612F8461A67F}" dt="2023-10-19T14:20:17.567" v="84"/>
          <ac:picMkLst>
            <pc:docMk/>
            <pc:sldMk cId="1420581346" sldId="266"/>
            <ac:picMk id="4" creationId="{8AA272F0-7E94-09FA-F1E4-95478E88ADEB}"/>
          </ac:picMkLst>
        </pc:picChg>
      </pc:sldChg>
    </pc:docChg>
  </pc:docChgLst>
  <pc:docChgLst>
    <pc:chgData name="Kate Cooper" userId="S::kmcooper@unomaha.edu::53996509-aa68-4a3e-b8c6-d8532b74f18f" providerId="AD" clId="Web-{60162FB4-19BE-42D1-895A-723C96DA8420}"/>
    <pc:docChg chg="addSld modSld sldOrd addMainMaster delMainMaster">
      <pc:chgData name="Kate Cooper" userId="S::kmcooper@unomaha.edu::53996509-aa68-4a3e-b8c6-d8532b74f18f" providerId="AD" clId="Web-{60162FB4-19BE-42D1-895A-723C96DA8420}" dt="2023-10-06T16:02:26.242" v="203" actId="20577"/>
      <pc:docMkLst>
        <pc:docMk/>
      </pc:docMkLst>
      <pc:sldChg chg="addSp delSp modSp mod setBg modClrScheme chgLayout">
        <pc:chgData name="Kate Cooper" userId="S::kmcooper@unomaha.edu::53996509-aa68-4a3e-b8c6-d8532b74f18f" providerId="AD" clId="Web-{60162FB4-19BE-42D1-895A-723C96DA8420}" dt="2023-10-06T15:58:28.513" v="65" actId="20577"/>
        <pc:sldMkLst>
          <pc:docMk/>
          <pc:sldMk cId="109857222" sldId="256"/>
        </pc:sldMkLst>
        <pc:spChg chg="mod">
          <ac:chgData name="Kate Cooper" userId="S::kmcooper@unomaha.edu::53996509-aa68-4a3e-b8c6-d8532b74f18f" providerId="AD" clId="Web-{60162FB4-19BE-42D1-895A-723C96DA8420}" dt="2023-10-06T15:58:19.841" v="4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Kate Cooper" userId="S::kmcooper@unomaha.edu::53996509-aa68-4a3e-b8c6-d8532b74f18f" providerId="AD" clId="Web-{60162FB4-19BE-42D1-895A-723C96DA8420}" dt="2023-10-06T15:58:28.513" v="65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Kate Cooper" userId="S::kmcooper@unomaha.edu::53996509-aa68-4a3e-b8c6-d8532b74f18f" providerId="AD" clId="Web-{60162FB4-19BE-42D1-895A-723C96DA8420}" dt="2023-10-06T15:58:19.763" v="45"/>
          <ac:spMkLst>
            <pc:docMk/>
            <pc:sldMk cId="109857222" sldId="256"/>
            <ac:spMk id="9" creationId="{A599224A-F219-4DF9-8183-F7C098A5CE81}"/>
          </ac:spMkLst>
        </pc:spChg>
        <pc:spChg chg="add del">
          <ac:chgData name="Kate Cooper" userId="S::kmcooper@unomaha.edu::53996509-aa68-4a3e-b8c6-d8532b74f18f" providerId="AD" clId="Web-{60162FB4-19BE-42D1-895A-723C96DA8420}" dt="2023-10-06T15:58:19.763" v="45"/>
          <ac:spMkLst>
            <pc:docMk/>
            <pc:sldMk cId="109857222" sldId="256"/>
            <ac:spMk id="11" creationId="{CC3B9006-4406-4E2F-8B42-6A968FCC8918}"/>
          </ac:spMkLst>
        </pc:spChg>
        <pc:spChg chg="add">
          <ac:chgData name="Kate Cooper" userId="S::kmcooper@unomaha.edu::53996509-aa68-4a3e-b8c6-d8532b74f18f" providerId="AD" clId="Web-{60162FB4-19BE-42D1-895A-723C96DA8420}" dt="2023-10-06T15:58:19.841" v="46"/>
          <ac:spMkLst>
            <pc:docMk/>
            <pc:sldMk cId="109857222" sldId="256"/>
            <ac:spMk id="13" creationId="{9B45BA4C-9B54-4496-821F-9E0985CA984D}"/>
          </ac:spMkLst>
        </pc:spChg>
        <pc:picChg chg="add del mod">
          <ac:chgData name="Kate Cooper" userId="S::kmcooper@unomaha.edu::53996509-aa68-4a3e-b8c6-d8532b74f18f" providerId="AD" clId="Web-{60162FB4-19BE-42D1-895A-723C96DA8420}" dt="2023-10-06T15:58:06.341" v="43"/>
          <ac:picMkLst>
            <pc:docMk/>
            <pc:sldMk cId="109857222" sldId="256"/>
            <ac:picMk id="4" creationId="{795F91E9-7105-F784-D1B7-759065E5A23D}"/>
          </ac:picMkLst>
        </pc:picChg>
        <pc:picChg chg="add del">
          <ac:chgData name="Kate Cooper" userId="S::kmcooper@unomaha.edu::53996509-aa68-4a3e-b8c6-d8532b74f18f" providerId="AD" clId="Web-{60162FB4-19BE-42D1-895A-723C96DA8420}" dt="2023-10-06T15:58:19.763" v="45"/>
          <ac:picMkLst>
            <pc:docMk/>
            <pc:sldMk cId="109857222" sldId="256"/>
            <ac:picMk id="5" creationId="{46682F39-C0C4-219E-4FF9-99653AF3F1EC}"/>
          </ac:picMkLst>
        </pc:picChg>
        <pc:picChg chg="add">
          <ac:chgData name="Kate Cooper" userId="S::kmcooper@unomaha.edu::53996509-aa68-4a3e-b8c6-d8532b74f18f" providerId="AD" clId="Web-{60162FB4-19BE-42D1-895A-723C96DA8420}" dt="2023-10-06T15:58:19.841" v="46"/>
          <ac:picMkLst>
            <pc:docMk/>
            <pc:sldMk cId="109857222" sldId="256"/>
            <ac:picMk id="14" creationId="{E7E7E850-7887-B9C7-8A6C-F9B8F1D47D68}"/>
          </ac:picMkLst>
        </pc:picChg>
      </pc:sldChg>
      <pc:sldChg chg="addSp delSp modSp new mod ord setBg">
        <pc:chgData name="Kate Cooper" userId="S::kmcooper@unomaha.edu::53996509-aa68-4a3e-b8c6-d8532b74f18f" providerId="AD" clId="Web-{60162FB4-19BE-42D1-895A-723C96DA8420}" dt="2023-10-06T16:00:46.347" v="152" actId="20577"/>
        <pc:sldMkLst>
          <pc:docMk/>
          <pc:sldMk cId="2487961444" sldId="257"/>
        </pc:sldMkLst>
        <pc:spChg chg="mod">
          <ac:chgData name="Kate Cooper" userId="S::kmcooper@unomaha.edu::53996509-aa68-4a3e-b8c6-d8532b74f18f" providerId="AD" clId="Web-{60162FB4-19BE-42D1-895A-723C96DA8420}" dt="2023-10-06T16:00:46.347" v="152" actId="20577"/>
          <ac:spMkLst>
            <pc:docMk/>
            <pc:sldMk cId="2487961444" sldId="257"/>
            <ac:spMk id="2" creationId="{D7EAAB00-BFE4-F4EF-B3DE-B03D157FB1FB}"/>
          </ac:spMkLst>
        </pc:spChg>
        <pc:spChg chg="mod">
          <ac:chgData name="Kate Cooper" userId="S::kmcooper@unomaha.edu::53996509-aa68-4a3e-b8c6-d8532b74f18f" providerId="AD" clId="Web-{60162FB4-19BE-42D1-895A-723C96DA8420}" dt="2023-10-06T16:00:27.940" v="130"/>
          <ac:spMkLst>
            <pc:docMk/>
            <pc:sldMk cId="2487961444" sldId="257"/>
            <ac:spMk id="3" creationId="{D3C66712-0A3D-C8FE-14FB-21F6284DDCCA}"/>
          </ac:spMkLst>
        </pc:spChg>
        <pc:spChg chg="add del">
          <ac:chgData name="Kate Cooper" userId="S::kmcooper@unomaha.edu::53996509-aa68-4a3e-b8c6-d8532b74f18f" providerId="AD" clId="Web-{60162FB4-19BE-42D1-895A-723C96DA8420}" dt="2023-10-06T16:00:27.940" v="130"/>
          <ac:spMkLst>
            <pc:docMk/>
            <pc:sldMk cId="2487961444" sldId="257"/>
            <ac:spMk id="8" creationId="{84136905-015B-4510-B514-027CBA846BD6}"/>
          </ac:spMkLst>
        </pc:spChg>
        <pc:spChg chg="add del">
          <ac:chgData name="Kate Cooper" userId="S::kmcooper@unomaha.edu::53996509-aa68-4a3e-b8c6-d8532b74f18f" providerId="AD" clId="Web-{60162FB4-19BE-42D1-895A-723C96DA8420}" dt="2023-10-06T16:00:27.940" v="130"/>
          <ac:spMkLst>
            <pc:docMk/>
            <pc:sldMk cId="2487961444" sldId="257"/>
            <ac:spMk id="10" creationId="{36CD0F97-2E5B-4E84-8544-EB24DED10446}"/>
          </ac:spMkLst>
        </pc:spChg>
        <pc:spChg chg="add del">
          <ac:chgData name="Kate Cooper" userId="S::kmcooper@unomaha.edu::53996509-aa68-4a3e-b8c6-d8532b74f18f" providerId="AD" clId="Web-{60162FB4-19BE-42D1-895A-723C96DA8420}" dt="2023-10-06T16:00:27.940" v="130"/>
          <ac:spMkLst>
            <pc:docMk/>
            <pc:sldMk cId="2487961444" sldId="257"/>
            <ac:spMk id="12" creationId="{65CDAFE1-059B-49EF-8E73-47DED29BD77B}"/>
          </ac:spMkLst>
        </pc:spChg>
        <pc:spChg chg="add del">
          <ac:chgData name="Kate Cooper" userId="S::kmcooper@unomaha.edu::53996509-aa68-4a3e-b8c6-d8532b74f18f" providerId="AD" clId="Web-{60162FB4-19BE-42D1-895A-723C96DA8420}" dt="2023-10-06T16:00:27.940" v="129"/>
          <ac:spMkLst>
            <pc:docMk/>
            <pc:sldMk cId="2487961444" sldId="257"/>
            <ac:spMk id="17" creationId="{84136905-015B-4510-B514-027CBA846BD6}"/>
          </ac:spMkLst>
        </pc:spChg>
        <pc:spChg chg="add">
          <ac:chgData name="Kate Cooper" userId="S::kmcooper@unomaha.edu::53996509-aa68-4a3e-b8c6-d8532b74f18f" providerId="AD" clId="Web-{60162FB4-19BE-42D1-895A-723C96DA8420}" dt="2023-10-06T16:00:27.940" v="130"/>
          <ac:spMkLst>
            <pc:docMk/>
            <pc:sldMk cId="2487961444" sldId="257"/>
            <ac:spMk id="19" creationId="{84136905-015B-4510-B514-027CBA846BD6}"/>
          </ac:spMkLst>
        </pc:spChg>
        <pc:picChg chg="add mod">
          <ac:chgData name="Kate Cooper" userId="S::kmcooper@unomaha.edu::53996509-aa68-4a3e-b8c6-d8532b74f18f" providerId="AD" clId="Web-{60162FB4-19BE-42D1-895A-723C96DA8420}" dt="2023-10-06T16:00:27.940" v="130"/>
          <ac:picMkLst>
            <pc:docMk/>
            <pc:sldMk cId="2487961444" sldId="257"/>
            <ac:picMk id="4" creationId="{A8334EAA-B79B-B252-051C-E7899FD7F580}"/>
          </ac:picMkLst>
        </pc:picChg>
      </pc:sldChg>
      <pc:sldChg chg="add ord replId">
        <pc:chgData name="Kate Cooper" userId="S::kmcooper@unomaha.edu::53996509-aa68-4a3e-b8c6-d8532b74f18f" providerId="AD" clId="Web-{60162FB4-19BE-42D1-895A-723C96DA8420}" dt="2023-10-06T16:01:37.709" v="170"/>
        <pc:sldMkLst>
          <pc:docMk/>
          <pc:sldMk cId="486533255" sldId="258"/>
        </pc:sldMkLst>
      </pc:sldChg>
      <pc:sldChg chg="modSp new">
        <pc:chgData name="Kate Cooper" userId="S::kmcooper@unomaha.edu::53996509-aa68-4a3e-b8c6-d8532b74f18f" providerId="AD" clId="Web-{60162FB4-19BE-42D1-895A-723C96DA8420}" dt="2023-10-06T16:01:10.082" v="157" actId="20577"/>
        <pc:sldMkLst>
          <pc:docMk/>
          <pc:sldMk cId="252587489" sldId="259"/>
        </pc:sldMkLst>
        <pc:spChg chg="mod">
          <ac:chgData name="Kate Cooper" userId="S::kmcooper@unomaha.edu::53996509-aa68-4a3e-b8c6-d8532b74f18f" providerId="AD" clId="Web-{60162FB4-19BE-42D1-895A-723C96DA8420}" dt="2023-10-06T16:01:10.082" v="157" actId="20577"/>
          <ac:spMkLst>
            <pc:docMk/>
            <pc:sldMk cId="252587489" sldId="259"/>
            <ac:spMk id="2" creationId="{8DCA9D4A-8ED4-CF4B-278D-5F37D781B7D8}"/>
          </ac:spMkLst>
        </pc:spChg>
      </pc:sldChg>
      <pc:sldChg chg="modSp new">
        <pc:chgData name="Kate Cooper" userId="S::kmcooper@unomaha.edu::53996509-aa68-4a3e-b8c6-d8532b74f18f" providerId="AD" clId="Web-{60162FB4-19BE-42D1-895A-723C96DA8420}" dt="2023-10-06T16:01:29.286" v="168" actId="20577"/>
        <pc:sldMkLst>
          <pc:docMk/>
          <pc:sldMk cId="4247303750" sldId="260"/>
        </pc:sldMkLst>
        <pc:spChg chg="mod">
          <ac:chgData name="Kate Cooper" userId="S::kmcooper@unomaha.edu::53996509-aa68-4a3e-b8c6-d8532b74f18f" providerId="AD" clId="Web-{60162FB4-19BE-42D1-895A-723C96DA8420}" dt="2023-10-06T16:01:29.286" v="168" actId="20577"/>
          <ac:spMkLst>
            <pc:docMk/>
            <pc:sldMk cId="4247303750" sldId="260"/>
            <ac:spMk id="2" creationId="{C5C334F6-3449-7019-1916-DD521537938F}"/>
          </ac:spMkLst>
        </pc:spChg>
      </pc:sldChg>
      <pc:sldChg chg="modSp new">
        <pc:chgData name="Kate Cooper" userId="S::kmcooper@unomaha.edu::53996509-aa68-4a3e-b8c6-d8532b74f18f" providerId="AD" clId="Web-{60162FB4-19BE-42D1-895A-723C96DA8420}" dt="2023-10-06T16:01:58.100" v="185" actId="20577"/>
        <pc:sldMkLst>
          <pc:docMk/>
          <pc:sldMk cId="3154796549" sldId="261"/>
        </pc:sldMkLst>
        <pc:spChg chg="mod">
          <ac:chgData name="Kate Cooper" userId="S::kmcooper@unomaha.edu::53996509-aa68-4a3e-b8c6-d8532b74f18f" providerId="AD" clId="Web-{60162FB4-19BE-42D1-895A-723C96DA8420}" dt="2023-10-06T16:01:58.100" v="185" actId="20577"/>
          <ac:spMkLst>
            <pc:docMk/>
            <pc:sldMk cId="3154796549" sldId="261"/>
            <ac:spMk id="2" creationId="{AEA67A2D-E767-63E3-E83E-D759044305E0}"/>
          </ac:spMkLst>
        </pc:spChg>
      </pc:sldChg>
      <pc:sldChg chg="modSp new">
        <pc:chgData name="Kate Cooper" userId="S::kmcooper@unomaha.edu::53996509-aa68-4a3e-b8c6-d8532b74f18f" providerId="AD" clId="Web-{60162FB4-19BE-42D1-895A-723C96DA8420}" dt="2023-10-06T16:02:26.242" v="203" actId="20577"/>
        <pc:sldMkLst>
          <pc:docMk/>
          <pc:sldMk cId="4010207534" sldId="262"/>
        </pc:sldMkLst>
        <pc:spChg chg="mod">
          <ac:chgData name="Kate Cooper" userId="S::kmcooper@unomaha.edu::53996509-aa68-4a3e-b8c6-d8532b74f18f" providerId="AD" clId="Web-{60162FB4-19BE-42D1-895A-723C96DA8420}" dt="2023-10-06T16:02:26.242" v="203" actId="20577"/>
          <ac:spMkLst>
            <pc:docMk/>
            <pc:sldMk cId="4010207534" sldId="262"/>
            <ac:spMk id="2" creationId="{166EA625-8812-5E63-5731-0009B78E330B}"/>
          </ac:spMkLst>
        </pc:spChg>
      </pc:sldChg>
      <pc:sldMasterChg chg="add del addSldLayout delSldLayout">
        <pc:chgData name="Kate Cooper" userId="S::kmcooper@unomaha.edu::53996509-aa68-4a3e-b8c6-d8532b74f18f" providerId="AD" clId="Web-{60162FB4-19BE-42D1-895A-723C96DA8420}" dt="2023-10-06T15:58:19.841" v="46"/>
        <pc:sldMasterMkLst>
          <pc:docMk/>
          <pc:sldMasterMk cId="2460954070" sldId="2147483660"/>
        </pc:sldMasterMkLst>
        <pc:sldLayoutChg chg="add del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Kate Cooper" userId="S::kmcooper@unomaha.edu::53996509-aa68-4a3e-b8c6-d8532b74f18f" providerId="AD" clId="Web-{60162FB4-19BE-42D1-895A-723C96DA8420}" dt="2023-10-06T15:58:19.763" v="45"/>
        <pc:sldMasterMkLst>
          <pc:docMk/>
          <pc:sldMasterMk cId="3821525722" sldId="2147483711"/>
        </pc:sldMasterMkLst>
        <pc:sldLayoutChg chg="add del">
          <pc:chgData name="Kate Cooper" userId="S::kmcooper@unomaha.edu::53996509-aa68-4a3e-b8c6-d8532b74f18f" providerId="AD" clId="Web-{60162FB4-19BE-42D1-895A-723C96DA8420}" dt="2023-10-06T15:58:19.763" v="45"/>
          <pc:sldLayoutMkLst>
            <pc:docMk/>
            <pc:sldMasterMk cId="3821525722" sldId="2147483711"/>
            <pc:sldLayoutMk cId="711788369" sldId="2147483700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763" v="45"/>
          <pc:sldLayoutMkLst>
            <pc:docMk/>
            <pc:sldMasterMk cId="3821525722" sldId="2147483711"/>
            <pc:sldLayoutMk cId="2513787879" sldId="2147483701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763" v="45"/>
          <pc:sldLayoutMkLst>
            <pc:docMk/>
            <pc:sldMasterMk cId="3821525722" sldId="2147483711"/>
            <pc:sldLayoutMk cId="3385788558" sldId="2147483702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763" v="45"/>
          <pc:sldLayoutMkLst>
            <pc:docMk/>
            <pc:sldMasterMk cId="3821525722" sldId="2147483711"/>
            <pc:sldLayoutMk cId="2715215172" sldId="2147483703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763" v="45"/>
          <pc:sldLayoutMkLst>
            <pc:docMk/>
            <pc:sldMasterMk cId="3821525722" sldId="2147483711"/>
            <pc:sldLayoutMk cId="416538481" sldId="2147483704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763" v="45"/>
          <pc:sldLayoutMkLst>
            <pc:docMk/>
            <pc:sldMasterMk cId="3821525722" sldId="2147483711"/>
            <pc:sldLayoutMk cId="2764174052" sldId="2147483705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763" v="45"/>
          <pc:sldLayoutMkLst>
            <pc:docMk/>
            <pc:sldMasterMk cId="3821525722" sldId="2147483711"/>
            <pc:sldLayoutMk cId="366259313" sldId="2147483706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763" v="45"/>
          <pc:sldLayoutMkLst>
            <pc:docMk/>
            <pc:sldMasterMk cId="3821525722" sldId="2147483711"/>
            <pc:sldLayoutMk cId="775987194" sldId="2147483707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763" v="45"/>
          <pc:sldLayoutMkLst>
            <pc:docMk/>
            <pc:sldMasterMk cId="3821525722" sldId="2147483711"/>
            <pc:sldLayoutMk cId="3194206865" sldId="2147483708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763" v="45"/>
          <pc:sldLayoutMkLst>
            <pc:docMk/>
            <pc:sldMasterMk cId="3821525722" sldId="2147483711"/>
            <pc:sldLayoutMk cId="644273411" sldId="2147483709"/>
          </pc:sldLayoutMkLst>
        </pc:sldLayoutChg>
        <pc:sldLayoutChg chg="add del">
          <pc:chgData name="Kate Cooper" userId="S::kmcooper@unomaha.edu::53996509-aa68-4a3e-b8c6-d8532b74f18f" providerId="AD" clId="Web-{60162FB4-19BE-42D1-895A-723C96DA8420}" dt="2023-10-06T15:58:19.763" v="45"/>
          <pc:sldLayoutMkLst>
            <pc:docMk/>
            <pc:sldMasterMk cId="3821525722" sldId="2147483711"/>
            <pc:sldLayoutMk cId="3978788169" sldId="2147483710"/>
          </pc:sldLayoutMkLst>
        </pc:sldLayoutChg>
      </pc:sldMasterChg>
      <pc:sldMasterChg chg="add addSldLayout">
        <pc:chgData name="Kate Cooper" userId="S::kmcooper@unomaha.edu::53996509-aa68-4a3e-b8c6-d8532b74f18f" providerId="AD" clId="Web-{60162FB4-19BE-42D1-895A-723C96DA8420}" dt="2023-10-06T15:58:19.841" v="46"/>
        <pc:sldMasterMkLst>
          <pc:docMk/>
          <pc:sldMasterMk cId="2308060214" sldId="2147483750"/>
        </pc:sldMasterMkLst>
        <pc:sldLayoutChg chg="add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308060214" sldId="2147483750"/>
            <pc:sldLayoutMk cId="3799978092" sldId="2147483739"/>
          </pc:sldLayoutMkLst>
        </pc:sldLayoutChg>
        <pc:sldLayoutChg chg="add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308060214" sldId="2147483750"/>
            <pc:sldLayoutMk cId="2481002567" sldId="2147483740"/>
          </pc:sldLayoutMkLst>
        </pc:sldLayoutChg>
        <pc:sldLayoutChg chg="add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308060214" sldId="2147483750"/>
            <pc:sldLayoutMk cId="564331371" sldId="2147483741"/>
          </pc:sldLayoutMkLst>
        </pc:sldLayoutChg>
        <pc:sldLayoutChg chg="add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308060214" sldId="2147483750"/>
            <pc:sldLayoutMk cId="54716622" sldId="2147483742"/>
          </pc:sldLayoutMkLst>
        </pc:sldLayoutChg>
        <pc:sldLayoutChg chg="add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308060214" sldId="2147483750"/>
            <pc:sldLayoutMk cId="1507597094" sldId="2147483743"/>
          </pc:sldLayoutMkLst>
        </pc:sldLayoutChg>
        <pc:sldLayoutChg chg="add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308060214" sldId="2147483750"/>
            <pc:sldLayoutMk cId="2924053270" sldId="2147483744"/>
          </pc:sldLayoutMkLst>
        </pc:sldLayoutChg>
        <pc:sldLayoutChg chg="add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308060214" sldId="2147483750"/>
            <pc:sldLayoutMk cId="1223939706" sldId="2147483745"/>
          </pc:sldLayoutMkLst>
        </pc:sldLayoutChg>
        <pc:sldLayoutChg chg="add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308060214" sldId="2147483750"/>
            <pc:sldLayoutMk cId="1340297768" sldId="2147483746"/>
          </pc:sldLayoutMkLst>
        </pc:sldLayoutChg>
        <pc:sldLayoutChg chg="add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308060214" sldId="2147483750"/>
            <pc:sldLayoutMk cId="1439362086" sldId="2147483747"/>
          </pc:sldLayoutMkLst>
        </pc:sldLayoutChg>
        <pc:sldLayoutChg chg="add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308060214" sldId="2147483750"/>
            <pc:sldLayoutMk cId="3270401149" sldId="2147483748"/>
          </pc:sldLayoutMkLst>
        </pc:sldLayoutChg>
        <pc:sldLayoutChg chg="add">
          <pc:chgData name="Kate Cooper" userId="S::kmcooper@unomaha.edu::53996509-aa68-4a3e-b8c6-d8532b74f18f" providerId="AD" clId="Web-{60162FB4-19BE-42D1-895A-723C96DA8420}" dt="2023-10-06T15:58:19.841" v="46"/>
          <pc:sldLayoutMkLst>
            <pc:docMk/>
            <pc:sldMasterMk cId="2308060214" sldId="2147483750"/>
            <pc:sldLayoutMk cId="393007515" sldId="2147483749"/>
          </pc:sldLayoutMkLst>
        </pc:sldLayoutChg>
      </pc:sldMasterChg>
    </pc:docChg>
  </pc:docChgLst>
  <pc:docChgLst>
    <pc:chgData name="Kate Cooper" userId="S::kmcooper@unomaha.edu::53996509-aa68-4a3e-b8c6-d8532b74f18f" providerId="AD" clId="Web-{8CCF72B7-42B8-24E4-EF95-3677BAAA50B7}"/>
    <pc:docChg chg="addSld modSld">
      <pc:chgData name="Kate Cooper" userId="S::kmcooper@unomaha.edu::53996509-aa68-4a3e-b8c6-d8532b74f18f" providerId="AD" clId="Web-{8CCF72B7-42B8-24E4-EF95-3677BAAA50B7}" dt="2023-10-19T18:21:54.858" v="131" actId="20577"/>
      <pc:docMkLst>
        <pc:docMk/>
      </pc:docMkLst>
      <pc:sldChg chg="new">
        <pc:chgData name="Kate Cooper" userId="S::kmcooper@unomaha.edu::53996509-aa68-4a3e-b8c6-d8532b74f18f" providerId="AD" clId="Web-{8CCF72B7-42B8-24E4-EF95-3677BAAA50B7}" dt="2023-10-19T18:08:05.999" v="0"/>
        <pc:sldMkLst>
          <pc:docMk/>
          <pc:sldMk cId="3457302103" sldId="267"/>
        </pc:sldMkLst>
      </pc:sldChg>
      <pc:sldChg chg="addSp delSp modSp add replId">
        <pc:chgData name="Kate Cooper" userId="S::kmcooper@unomaha.edu::53996509-aa68-4a3e-b8c6-d8532b74f18f" providerId="AD" clId="Web-{8CCF72B7-42B8-24E4-EF95-3677BAAA50B7}" dt="2023-10-19T18:20:49.668" v="75" actId="20577"/>
        <pc:sldMkLst>
          <pc:docMk/>
          <pc:sldMk cId="3903343664" sldId="268"/>
        </pc:sldMkLst>
        <pc:spChg chg="del mod">
          <ac:chgData name="Kate Cooper" userId="S::kmcooper@unomaha.edu::53996509-aa68-4a3e-b8c6-d8532b74f18f" providerId="AD" clId="Web-{8CCF72B7-42B8-24E4-EF95-3677BAAA50B7}" dt="2023-10-19T18:16:31.893" v="55"/>
          <ac:spMkLst>
            <pc:docMk/>
            <pc:sldMk cId="3903343664" sldId="268"/>
            <ac:spMk id="2" creationId="{8C91E4EF-A880-82CE-A5B0-A41E3C0512CA}"/>
          </ac:spMkLst>
        </pc:spChg>
        <pc:spChg chg="add mod">
          <ac:chgData name="Kate Cooper" userId="S::kmcooper@unomaha.edu::53996509-aa68-4a3e-b8c6-d8532b74f18f" providerId="AD" clId="Web-{8CCF72B7-42B8-24E4-EF95-3677BAAA50B7}" dt="2023-10-19T18:16:26.080" v="54" actId="1076"/>
          <ac:spMkLst>
            <pc:docMk/>
            <pc:sldMk cId="3903343664" sldId="268"/>
            <ac:spMk id="3" creationId="{31DC4F4F-C88E-25D6-201A-214776C668DE}"/>
          </ac:spMkLst>
        </pc:spChg>
        <pc:spChg chg="add mod">
          <ac:chgData name="Kate Cooper" userId="S::kmcooper@unomaha.edu::53996509-aa68-4a3e-b8c6-d8532b74f18f" providerId="AD" clId="Web-{8CCF72B7-42B8-24E4-EF95-3677BAAA50B7}" dt="2023-10-19T18:20:49.668" v="75" actId="20577"/>
          <ac:spMkLst>
            <pc:docMk/>
            <pc:sldMk cId="3903343664" sldId="268"/>
            <ac:spMk id="6" creationId="{D6E06FC6-CA7A-61D9-FC84-9B1AB65F94D7}"/>
          </ac:spMkLst>
        </pc:spChg>
        <pc:picChg chg="del">
          <ac:chgData name="Kate Cooper" userId="S::kmcooper@unomaha.edu::53996509-aa68-4a3e-b8c6-d8532b74f18f" providerId="AD" clId="Web-{8CCF72B7-42B8-24E4-EF95-3677BAAA50B7}" dt="2023-10-19T18:08:31.610" v="30"/>
          <ac:picMkLst>
            <pc:docMk/>
            <pc:sldMk cId="3903343664" sldId="268"/>
            <ac:picMk id="4" creationId="{8AA272F0-7E94-09FA-F1E4-95478E88ADEB}"/>
          </ac:picMkLst>
        </pc:picChg>
      </pc:sldChg>
      <pc:sldChg chg="modSp new">
        <pc:chgData name="Kate Cooper" userId="S::kmcooper@unomaha.edu::53996509-aa68-4a3e-b8c6-d8532b74f18f" providerId="AD" clId="Web-{8CCF72B7-42B8-24E4-EF95-3677BAAA50B7}" dt="2023-10-19T18:21:54.858" v="131" actId="20577"/>
        <pc:sldMkLst>
          <pc:docMk/>
          <pc:sldMk cId="1560253054" sldId="269"/>
        </pc:sldMkLst>
        <pc:spChg chg="mod">
          <ac:chgData name="Kate Cooper" userId="S::kmcooper@unomaha.edu::53996509-aa68-4a3e-b8c6-d8532b74f18f" providerId="AD" clId="Web-{8CCF72B7-42B8-24E4-EF95-3677BAAA50B7}" dt="2023-10-19T18:21:01.575" v="83" actId="20577"/>
          <ac:spMkLst>
            <pc:docMk/>
            <pc:sldMk cId="1560253054" sldId="269"/>
            <ac:spMk id="2" creationId="{0ADA3C71-D7F7-FC9E-1D56-2109CE9602BA}"/>
          </ac:spMkLst>
        </pc:spChg>
        <pc:spChg chg="mod">
          <ac:chgData name="Kate Cooper" userId="S::kmcooper@unomaha.edu::53996509-aa68-4a3e-b8c6-d8532b74f18f" providerId="AD" clId="Web-{8CCF72B7-42B8-24E4-EF95-3677BAAA50B7}" dt="2023-10-19T18:21:54.858" v="131" actId="20577"/>
          <ac:spMkLst>
            <pc:docMk/>
            <pc:sldMk cId="1560253054" sldId="269"/>
            <ac:spMk id="3" creationId="{572D7D7F-8187-5C00-92B9-FF69C38E0986}"/>
          </ac:spMkLst>
        </pc:spChg>
      </pc:sldChg>
    </pc:docChg>
  </pc:docChgLst>
  <pc:docChgLst>
    <pc:chgData name="Kate Cooper" userId="S::kmcooper@unomaha.edu::53996509-aa68-4a3e-b8c6-d8532b74f18f" providerId="AD" clId="Web-{943AE6D5-357B-5DD4-670E-CAC2E93ADC69}"/>
    <pc:docChg chg="addSld delSld modSld">
      <pc:chgData name="Kate Cooper" userId="S::kmcooper@unomaha.edu::53996509-aa68-4a3e-b8c6-d8532b74f18f" providerId="AD" clId="Web-{943AE6D5-357B-5DD4-670E-CAC2E93ADC69}" dt="2023-10-19T19:14:58.341" v="232" actId="20577"/>
      <pc:docMkLst>
        <pc:docMk/>
      </pc:docMkLst>
      <pc:sldChg chg="addSp delSp modSp addAnim">
        <pc:chgData name="Kate Cooper" userId="S::kmcooper@unomaha.edu::53996509-aa68-4a3e-b8c6-d8532b74f18f" providerId="AD" clId="Web-{943AE6D5-357B-5DD4-670E-CAC2E93ADC69}" dt="2023-10-19T18:39:38.710" v="78"/>
        <pc:sldMkLst>
          <pc:docMk/>
          <pc:sldMk cId="3457302103" sldId="267"/>
        </pc:sldMkLst>
        <pc:spChg chg="del">
          <ac:chgData name="Kate Cooper" userId="S::kmcooper@unomaha.edu::53996509-aa68-4a3e-b8c6-d8532b74f18f" providerId="AD" clId="Web-{943AE6D5-357B-5DD4-670E-CAC2E93ADC69}" dt="2023-10-19T18:35:25.198" v="25"/>
          <ac:spMkLst>
            <pc:docMk/>
            <pc:sldMk cId="3457302103" sldId="267"/>
            <ac:spMk id="3" creationId="{D6BD01FC-DFAD-5B53-2893-96F969362DF8}"/>
          </ac:spMkLst>
        </pc:spChg>
        <pc:spChg chg="add mod">
          <ac:chgData name="Kate Cooper" userId="S::kmcooper@unomaha.edu::53996509-aa68-4a3e-b8c6-d8532b74f18f" providerId="AD" clId="Web-{943AE6D5-357B-5DD4-670E-CAC2E93ADC69}" dt="2023-10-19T18:35:59.059" v="34" actId="14100"/>
          <ac:spMkLst>
            <pc:docMk/>
            <pc:sldMk cId="3457302103" sldId="267"/>
            <ac:spMk id="5" creationId="{E6769986-FBAD-9A53-563E-EE0AAE53F23E}"/>
          </ac:spMkLst>
        </pc:spChg>
        <pc:spChg chg="add del mod">
          <ac:chgData name="Kate Cooper" userId="S::kmcooper@unomaha.edu::53996509-aa68-4a3e-b8c6-d8532b74f18f" providerId="AD" clId="Web-{943AE6D5-357B-5DD4-670E-CAC2E93ADC69}" dt="2023-10-19T18:36:21.451" v="37"/>
          <ac:spMkLst>
            <pc:docMk/>
            <pc:sldMk cId="3457302103" sldId="267"/>
            <ac:spMk id="6" creationId="{85328D94-8380-8AC5-D6F5-963552625F1C}"/>
          </ac:spMkLst>
        </pc:spChg>
        <pc:spChg chg="add del">
          <ac:chgData name="Kate Cooper" userId="S::kmcooper@unomaha.edu::53996509-aa68-4a3e-b8c6-d8532b74f18f" providerId="AD" clId="Web-{943AE6D5-357B-5DD4-670E-CAC2E93ADC69}" dt="2023-10-19T18:36:33.920" v="39"/>
          <ac:spMkLst>
            <pc:docMk/>
            <pc:sldMk cId="3457302103" sldId="267"/>
            <ac:spMk id="7" creationId="{4571BD81-2F83-1546-7938-D5DCB08CA6C7}"/>
          </ac:spMkLst>
        </pc:spChg>
        <pc:spChg chg="add del mod ord">
          <ac:chgData name="Kate Cooper" userId="S::kmcooper@unomaha.edu::53996509-aa68-4a3e-b8c6-d8532b74f18f" providerId="AD" clId="Web-{943AE6D5-357B-5DD4-670E-CAC2E93ADC69}" dt="2023-10-19T18:37:26.438" v="52"/>
          <ac:spMkLst>
            <pc:docMk/>
            <pc:sldMk cId="3457302103" sldId="267"/>
            <ac:spMk id="8" creationId="{7A9ABEA8-C411-7F2E-0198-C9E713A103FF}"/>
          </ac:spMkLst>
        </pc:spChg>
        <pc:spChg chg="add mod">
          <ac:chgData name="Kate Cooper" userId="S::kmcooper@unomaha.edu::53996509-aa68-4a3e-b8c6-d8532b74f18f" providerId="AD" clId="Web-{943AE6D5-357B-5DD4-670E-CAC2E93ADC69}" dt="2023-10-19T18:38:18.722" v="66" actId="14100"/>
          <ac:spMkLst>
            <pc:docMk/>
            <pc:sldMk cId="3457302103" sldId="267"/>
            <ac:spMk id="10" creationId="{4378D879-FD7E-4590-DC0D-B53C6EE2DAC6}"/>
          </ac:spMkLst>
        </pc:spChg>
        <pc:picChg chg="add mod ord">
          <ac:chgData name="Kate Cooper" userId="S::kmcooper@unomaha.edu::53996509-aa68-4a3e-b8c6-d8532b74f18f" providerId="AD" clId="Web-{943AE6D5-357B-5DD4-670E-CAC2E93ADC69}" dt="2023-10-19T18:35:36.870" v="29"/>
          <ac:picMkLst>
            <pc:docMk/>
            <pc:sldMk cId="3457302103" sldId="267"/>
            <ac:picMk id="4" creationId="{F163BD73-EECC-FC07-9AC7-8DFF99E2ABF7}"/>
          </ac:picMkLst>
        </pc:picChg>
        <pc:picChg chg="add mod">
          <ac:chgData name="Kate Cooper" userId="S::kmcooper@unomaha.edu::53996509-aa68-4a3e-b8c6-d8532b74f18f" providerId="AD" clId="Web-{943AE6D5-357B-5DD4-670E-CAC2E93ADC69}" dt="2023-10-19T18:38:12.784" v="64" actId="1076"/>
          <ac:picMkLst>
            <pc:docMk/>
            <pc:sldMk cId="3457302103" sldId="267"/>
            <ac:picMk id="9" creationId="{788FD24B-1E2B-84A5-8A90-EF314BAB3EB3}"/>
          </ac:picMkLst>
        </pc:picChg>
      </pc:sldChg>
      <pc:sldChg chg="modSp">
        <pc:chgData name="Kate Cooper" userId="S::kmcooper@unomaha.edu::53996509-aa68-4a3e-b8c6-d8532b74f18f" providerId="AD" clId="Web-{943AE6D5-357B-5DD4-670E-CAC2E93ADC69}" dt="2023-10-19T19:14:58.341" v="232" actId="20577"/>
        <pc:sldMkLst>
          <pc:docMk/>
          <pc:sldMk cId="1560253054" sldId="269"/>
        </pc:sldMkLst>
        <pc:spChg chg="mod">
          <ac:chgData name="Kate Cooper" userId="S::kmcooper@unomaha.edu::53996509-aa68-4a3e-b8c6-d8532b74f18f" providerId="AD" clId="Web-{943AE6D5-357B-5DD4-670E-CAC2E93ADC69}" dt="2023-10-19T19:14:58.341" v="232" actId="20577"/>
          <ac:spMkLst>
            <pc:docMk/>
            <pc:sldMk cId="1560253054" sldId="269"/>
            <ac:spMk id="3" creationId="{572D7D7F-8187-5C00-92B9-FF69C38E0986}"/>
          </ac:spMkLst>
        </pc:spChg>
      </pc:sldChg>
      <pc:sldChg chg="addSp delSp modSp new addAnim">
        <pc:chgData name="Kate Cooper" userId="S::kmcooper@unomaha.edu::53996509-aa68-4a3e-b8c6-d8532b74f18f" providerId="AD" clId="Web-{943AE6D5-357B-5DD4-670E-CAC2E93ADC69}" dt="2023-10-19T18:39:48.382" v="80"/>
        <pc:sldMkLst>
          <pc:docMk/>
          <pc:sldMk cId="3087941980" sldId="270"/>
        </pc:sldMkLst>
        <pc:spChg chg="del">
          <ac:chgData name="Kate Cooper" userId="S::kmcooper@unomaha.edu::53996509-aa68-4a3e-b8c6-d8532b74f18f" providerId="AD" clId="Web-{943AE6D5-357B-5DD4-670E-CAC2E93ADC69}" dt="2023-10-19T18:39:48.382" v="80"/>
          <ac:spMkLst>
            <pc:docMk/>
            <pc:sldMk cId="3087941980" sldId="270"/>
            <ac:spMk id="2" creationId="{7F69C1B4-AD8F-2E1A-FC83-409981FA3638}"/>
          </ac:spMkLst>
        </pc:spChg>
        <pc:spChg chg="del">
          <ac:chgData name="Kate Cooper" userId="S::kmcooper@unomaha.edu::53996509-aa68-4a3e-b8c6-d8532b74f18f" providerId="AD" clId="Web-{943AE6D5-357B-5DD4-670E-CAC2E93ADC69}" dt="2023-10-19T18:38:36.269" v="68"/>
          <ac:spMkLst>
            <pc:docMk/>
            <pc:sldMk cId="3087941980" sldId="270"/>
            <ac:spMk id="3" creationId="{15CC805A-1535-A1D3-BAC4-BD9211B8EE05}"/>
          </ac:spMkLst>
        </pc:spChg>
        <pc:spChg chg="add mod">
          <ac:chgData name="Kate Cooper" userId="S::kmcooper@unomaha.edu::53996509-aa68-4a3e-b8c6-d8532b74f18f" providerId="AD" clId="Web-{943AE6D5-357B-5DD4-670E-CAC2E93ADC69}" dt="2023-10-19T18:38:49.504" v="73" actId="14100"/>
          <ac:spMkLst>
            <pc:docMk/>
            <pc:sldMk cId="3087941980" sldId="270"/>
            <ac:spMk id="6" creationId="{D9FDF6FB-A807-3A40-A075-457D53A33CC8}"/>
          </ac:spMkLst>
        </pc:spChg>
        <pc:spChg chg="add mod">
          <ac:chgData name="Kate Cooper" userId="S::kmcooper@unomaha.edu::53996509-aa68-4a3e-b8c6-d8532b74f18f" providerId="AD" clId="Web-{943AE6D5-357B-5DD4-670E-CAC2E93ADC69}" dt="2023-10-19T18:39:12.458" v="77" actId="1076"/>
          <ac:spMkLst>
            <pc:docMk/>
            <pc:sldMk cId="3087941980" sldId="270"/>
            <ac:spMk id="8" creationId="{CD971149-E7F8-F2A5-5169-DE74A95C925C}"/>
          </ac:spMkLst>
        </pc:spChg>
        <pc:picChg chg="add mod ord">
          <ac:chgData name="Kate Cooper" userId="S::kmcooper@unomaha.edu::53996509-aa68-4a3e-b8c6-d8532b74f18f" providerId="AD" clId="Web-{943AE6D5-357B-5DD4-670E-CAC2E93ADC69}" dt="2023-10-19T18:38:41.082" v="70" actId="1076"/>
          <ac:picMkLst>
            <pc:docMk/>
            <pc:sldMk cId="3087941980" sldId="270"/>
            <ac:picMk id="4" creationId="{FF0E7276-ACA4-D916-D973-3210841B3AD0}"/>
          </ac:picMkLst>
        </pc:picChg>
      </pc:sldChg>
      <pc:sldChg chg="modSp new">
        <pc:chgData name="Kate Cooper" userId="S::kmcooper@unomaha.edu::53996509-aa68-4a3e-b8c6-d8532b74f18f" providerId="AD" clId="Web-{943AE6D5-357B-5DD4-670E-CAC2E93ADC69}" dt="2023-10-19T19:13:50.558" v="166" actId="20577"/>
        <pc:sldMkLst>
          <pc:docMk/>
          <pc:sldMk cId="1584273684" sldId="271"/>
        </pc:sldMkLst>
        <pc:spChg chg="mod">
          <ac:chgData name="Kate Cooper" userId="S::kmcooper@unomaha.edu::53996509-aa68-4a3e-b8c6-d8532b74f18f" providerId="AD" clId="Web-{943AE6D5-357B-5DD4-670E-CAC2E93ADC69}" dt="2023-10-19T18:40:18.274" v="96" actId="20577"/>
          <ac:spMkLst>
            <pc:docMk/>
            <pc:sldMk cId="1584273684" sldId="271"/>
            <ac:spMk id="2" creationId="{F2C28F66-9AED-97B6-FE1E-722A2746C16D}"/>
          </ac:spMkLst>
        </pc:spChg>
        <pc:spChg chg="mod">
          <ac:chgData name="Kate Cooper" userId="S::kmcooper@unomaha.edu::53996509-aa68-4a3e-b8c6-d8532b74f18f" providerId="AD" clId="Web-{943AE6D5-357B-5DD4-670E-CAC2E93ADC69}" dt="2023-10-19T19:13:50.558" v="166" actId="20577"/>
          <ac:spMkLst>
            <pc:docMk/>
            <pc:sldMk cId="1584273684" sldId="271"/>
            <ac:spMk id="3" creationId="{960E45B8-4351-F9EF-FA51-9BCBF9567936}"/>
          </ac:spMkLst>
        </pc:spChg>
      </pc:sldChg>
      <pc:sldChg chg="modSp new del">
        <pc:chgData name="Kate Cooper" userId="S::kmcooper@unomaha.edu::53996509-aa68-4a3e-b8c6-d8532b74f18f" providerId="AD" clId="Web-{943AE6D5-357B-5DD4-670E-CAC2E93ADC69}" dt="2023-10-19T19:14:13.527" v="185"/>
        <pc:sldMkLst>
          <pc:docMk/>
          <pc:sldMk cId="1981830219" sldId="272"/>
        </pc:sldMkLst>
        <pc:spChg chg="mod">
          <ac:chgData name="Kate Cooper" userId="S::kmcooper@unomaha.edu::53996509-aa68-4a3e-b8c6-d8532b74f18f" providerId="AD" clId="Web-{943AE6D5-357B-5DD4-670E-CAC2E93ADC69}" dt="2023-10-19T19:14:12.699" v="184" actId="20577"/>
          <ac:spMkLst>
            <pc:docMk/>
            <pc:sldMk cId="1981830219" sldId="272"/>
            <ac:spMk id="2" creationId="{CE1A9568-285B-B3B8-FFB4-D1DE0C24D7C8}"/>
          </ac:spMkLst>
        </pc:spChg>
      </pc:sldChg>
    </pc:docChg>
  </pc:docChgLst>
  <pc:docChgLst>
    <pc:chgData name="Kate Cooper" userId="S::kmcooper@unomaha.edu::53996509-aa68-4a3e-b8c6-d8532b74f18f" providerId="AD" clId="Web-{EF2922A9-9207-9366-68F3-39505ED4BF4B}"/>
    <pc:docChg chg="addSld delSld modSld">
      <pc:chgData name="Kate Cooper" userId="S::kmcooper@unomaha.edu::53996509-aa68-4a3e-b8c6-d8532b74f18f" providerId="AD" clId="Web-{EF2922A9-9207-9366-68F3-39505ED4BF4B}" dt="2023-10-27T20:32:17.721" v="120" actId="20577"/>
      <pc:docMkLst>
        <pc:docMk/>
      </pc:docMkLst>
      <pc:sldChg chg="del">
        <pc:chgData name="Kate Cooper" userId="S::kmcooper@unomaha.edu::53996509-aa68-4a3e-b8c6-d8532b74f18f" providerId="AD" clId="Web-{EF2922A9-9207-9366-68F3-39505ED4BF4B}" dt="2023-10-27T20:29:05.696" v="105"/>
        <pc:sldMkLst>
          <pc:docMk/>
          <pc:sldMk cId="4010207534" sldId="262"/>
        </pc:sldMkLst>
      </pc:sldChg>
      <pc:sldChg chg="modSp">
        <pc:chgData name="Kate Cooper" userId="S::kmcooper@unomaha.edu::53996509-aa68-4a3e-b8c6-d8532b74f18f" providerId="AD" clId="Web-{EF2922A9-9207-9366-68F3-39505ED4BF4B}" dt="2023-10-27T20:31:14.575" v="119" actId="20577"/>
        <pc:sldMkLst>
          <pc:docMk/>
          <pc:sldMk cId="1560253054" sldId="269"/>
        </pc:sldMkLst>
        <pc:spChg chg="mod">
          <ac:chgData name="Kate Cooper" userId="S::kmcooper@unomaha.edu::53996509-aa68-4a3e-b8c6-d8532b74f18f" providerId="AD" clId="Web-{EF2922A9-9207-9366-68F3-39505ED4BF4B}" dt="2023-10-27T20:31:14.575" v="119" actId="20577"/>
          <ac:spMkLst>
            <pc:docMk/>
            <pc:sldMk cId="1560253054" sldId="269"/>
            <ac:spMk id="3" creationId="{572D7D7F-8187-5C00-92B9-FF69C38E0986}"/>
          </ac:spMkLst>
        </pc:spChg>
      </pc:sldChg>
      <pc:sldChg chg="addSp delSp modSp new">
        <pc:chgData name="Kate Cooper" userId="S::kmcooper@unomaha.edu::53996509-aa68-4a3e-b8c6-d8532b74f18f" providerId="AD" clId="Web-{EF2922A9-9207-9366-68F3-39505ED4BF4B}" dt="2023-10-27T19:15:42.144" v="23" actId="1076"/>
        <pc:sldMkLst>
          <pc:docMk/>
          <pc:sldMk cId="3275319837" sldId="272"/>
        </pc:sldMkLst>
        <pc:spChg chg="mod">
          <ac:chgData name="Kate Cooper" userId="S::kmcooper@unomaha.edu::53996509-aa68-4a3e-b8c6-d8532b74f18f" providerId="AD" clId="Web-{EF2922A9-9207-9366-68F3-39505ED4BF4B}" dt="2023-10-27T19:15:35.472" v="21" actId="1076"/>
          <ac:spMkLst>
            <pc:docMk/>
            <pc:sldMk cId="3275319837" sldId="272"/>
            <ac:spMk id="2" creationId="{2BE6DF02-CA38-A944-F467-3503BA469086}"/>
          </ac:spMkLst>
        </pc:spChg>
        <pc:spChg chg="del">
          <ac:chgData name="Kate Cooper" userId="S::kmcooper@unomaha.edu::53996509-aa68-4a3e-b8c6-d8532b74f18f" providerId="AD" clId="Web-{EF2922A9-9207-9366-68F3-39505ED4BF4B}" dt="2023-10-27T19:14:55.112" v="11"/>
          <ac:spMkLst>
            <pc:docMk/>
            <pc:sldMk cId="3275319837" sldId="272"/>
            <ac:spMk id="3" creationId="{65367C49-8B47-BD61-DC58-78920A07407A}"/>
          </ac:spMkLst>
        </pc:spChg>
        <pc:picChg chg="add mod ord">
          <ac:chgData name="Kate Cooper" userId="S::kmcooper@unomaha.edu::53996509-aa68-4a3e-b8c6-d8532b74f18f" providerId="AD" clId="Web-{EF2922A9-9207-9366-68F3-39505ED4BF4B}" dt="2023-10-27T19:15:42.144" v="23" actId="1076"/>
          <ac:picMkLst>
            <pc:docMk/>
            <pc:sldMk cId="3275319837" sldId="272"/>
            <ac:picMk id="4" creationId="{82692B9B-659D-6487-6F0B-7FB18E1A572B}"/>
          </ac:picMkLst>
        </pc:picChg>
      </pc:sldChg>
      <pc:sldChg chg="addSp delSp modSp add replId">
        <pc:chgData name="Kate Cooper" userId="S::kmcooper@unomaha.edu::53996509-aa68-4a3e-b8c6-d8532b74f18f" providerId="AD" clId="Web-{EF2922A9-9207-9366-68F3-39505ED4BF4B}" dt="2023-10-27T19:39:01.503" v="56" actId="1076"/>
        <pc:sldMkLst>
          <pc:docMk/>
          <pc:sldMk cId="2629116037" sldId="273"/>
        </pc:sldMkLst>
        <pc:spChg chg="del mod">
          <ac:chgData name="Kate Cooper" userId="S::kmcooper@unomaha.edu::53996509-aa68-4a3e-b8c6-d8532b74f18f" providerId="AD" clId="Web-{EF2922A9-9207-9366-68F3-39505ED4BF4B}" dt="2023-10-27T19:30:23.236" v="37"/>
          <ac:spMkLst>
            <pc:docMk/>
            <pc:sldMk cId="2629116037" sldId="273"/>
            <ac:spMk id="2" creationId="{F2C28F66-9AED-97B6-FE1E-722A2746C16D}"/>
          </ac:spMkLst>
        </pc:spChg>
        <pc:spChg chg="del">
          <ac:chgData name="Kate Cooper" userId="S::kmcooper@unomaha.edu::53996509-aa68-4a3e-b8c6-d8532b74f18f" providerId="AD" clId="Web-{EF2922A9-9207-9366-68F3-39505ED4BF4B}" dt="2023-10-27T19:30:25.595" v="38"/>
          <ac:spMkLst>
            <pc:docMk/>
            <pc:sldMk cId="2629116037" sldId="273"/>
            <ac:spMk id="3" creationId="{960E45B8-4351-F9EF-FA51-9BCBF9567936}"/>
          </ac:spMkLst>
        </pc:spChg>
        <pc:spChg chg="add mod">
          <ac:chgData name="Kate Cooper" userId="S::kmcooper@unomaha.edu::53996509-aa68-4a3e-b8c6-d8532b74f18f" providerId="AD" clId="Web-{EF2922A9-9207-9366-68F3-39505ED4BF4B}" dt="2023-10-27T19:38:48.846" v="51" actId="1076"/>
          <ac:spMkLst>
            <pc:docMk/>
            <pc:sldMk cId="2629116037" sldId="273"/>
            <ac:spMk id="5" creationId="{5942B5E5-A56D-5D13-99B5-C410231ABCC4}"/>
          </ac:spMkLst>
        </pc:spChg>
        <pc:spChg chg="add del mod">
          <ac:chgData name="Kate Cooper" userId="S::kmcooper@unomaha.edu::53996509-aa68-4a3e-b8c6-d8532b74f18f" providerId="AD" clId="Web-{EF2922A9-9207-9366-68F3-39505ED4BF4B}" dt="2023-10-27T19:38:54.503" v="52"/>
          <ac:spMkLst>
            <pc:docMk/>
            <pc:sldMk cId="2629116037" sldId="273"/>
            <ac:spMk id="7" creationId="{A41218C7-B046-2AE8-2C7C-B7F6894E5D2B}"/>
          </ac:spMkLst>
        </pc:spChg>
        <pc:picChg chg="add mod ord">
          <ac:chgData name="Kate Cooper" userId="S::kmcooper@unomaha.edu::53996509-aa68-4a3e-b8c6-d8532b74f18f" providerId="AD" clId="Web-{EF2922A9-9207-9366-68F3-39505ED4BF4B}" dt="2023-10-27T19:39:01.503" v="56" actId="1076"/>
          <ac:picMkLst>
            <pc:docMk/>
            <pc:sldMk cId="2629116037" sldId="273"/>
            <ac:picMk id="8" creationId="{490C6047-8FE3-DE48-A36F-5391FD2CB85B}"/>
          </ac:picMkLst>
        </pc:picChg>
      </pc:sldChg>
      <pc:sldChg chg="addSp delSp modSp new">
        <pc:chgData name="Kate Cooper" userId="S::kmcooper@unomaha.edu::53996509-aa68-4a3e-b8c6-d8532b74f18f" providerId="AD" clId="Web-{EF2922A9-9207-9366-68F3-39505ED4BF4B}" dt="2023-10-27T20:32:17.721" v="120" actId="20577"/>
        <pc:sldMkLst>
          <pc:docMk/>
          <pc:sldMk cId="2348149926" sldId="274"/>
        </pc:sldMkLst>
        <pc:spChg chg="del mod">
          <ac:chgData name="Kate Cooper" userId="S::kmcooper@unomaha.edu::53996509-aa68-4a3e-b8c6-d8532b74f18f" providerId="AD" clId="Web-{EF2922A9-9207-9366-68F3-39505ED4BF4B}" dt="2023-10-27T20:20:51.381" v="69"/>
          <ac:spMkLst>
            <pc:docMk/>
            <pc:sldMk cId="2348149926" sldId="274"/>
            <ac:spMk id="2" creationId="{FC2A6958-FE8D-2842-C66E-76B12E588AA3}"/>
          </ac:spMkLst>
        </pc:spChg>
        <pc:spChg chg="del">
          <ac:chgData name="Kate Cooper" userId="S::kmcooper@unomaha.edu::53996509-aa68-4a3e-b8c6-d8532b74f18f" providerId="AD" clId="Web-{EF2922A9-9207-9366-68F3-39505ED4BF4B}" dt="2023-10-27T20:20:51.271" v="68"/>
          <ac:spMkLst>
            <pc:docMk/>
            <pc:sldMk cId="2348149926" sldId="274"/>
            <ac:spMk id="3" creationId="{5A8F1E90-0A59-D85B-27D1-1CDF7DF2D14A}"/>
          </ac:spMkLst>
        </pc:spChg>
        <pc:spChg chg="add del mod">
          <ac:chgData name="Kate Cooper" userId="S::kmcooper@unomaha.edu::53996509-aa68-4a3e-b8c6-d8532b74f18f" providerId="AD" clId="Web-{EF2922A9-9207-9366-68F3-39505ED4BF4B}" dt="2023-10-27T20:21:17.554" v="79"/>
          <ac:spMkLst>
            <pc:docMk/>
            <pc:sldMk cId="2348149926" sldId="274"/>
            <ac:spMk id="5" creationId="{A887DB1C-3D64-BEF5-BB35-5000F6C517C7}"/>
          </ac:spMkLst>
        </pc:spChg>
        <pc:spChg chg="add mod">
          <ac:chgData name="Kate Cooper" userId="S::kmcooper@unomaha.edu::53996509-aa68-4a3e-b8c6-d8532b74f18f" providerId="AD" clId="Web-{EF2922A9-9207-9366-68F3-39505ED4BF4B}" dt="2023-10-27T20:21:10.178" v="73" actId="1076"/>
          <ac:spMkLst>
            <pc:docMk/>
            <pc:sldMk cId="2348149926" sldId="274"/>
            <ac:spMk id="6" creationId="{F8392C0F-DCF0-DC5C-2D44-3EDDE855C137}"/>
          </ac:spMkLst>
        </pc:spChg>
        <pc:spChg chg="add mod">
          <ac:chgData name="Kate Cooper" userId="S::kmcooper@unomaha.edu::53996509-aa68-4a3e-b8c6-d8532b74f18f" providerId="AD" clId="Web-{EF2922A9-9207-9366-68F3-39505ED4BF4B}" dt="2023-10-27T20:32:17.721" v="120" actId="20577"/>
          <ac:spMkLst>
            <pc:docMk/>
            <pc:sldMk cId="2348149926" sldId="274"/>
            <ac:spMk id="7" creationId="{5A517DC5-2B0F-48FD-3D02-331A5DE6ECFC}"/>
          </ac:spMkLst>
        </pc:spChg>
        <pc:spChg chg="add mod">
          <ac:chgData name="Kate Cooper" userId="S::kmcooper@unomaha.edu::53996509-aa68-4a3e-b8c6-d8532b74f18f" providerId="AD" clId="Web-{EF2922A9-9207-9366-68F3-39505ED4BF4B}" dt="2023-10-27T20:21:10.241" v="75" actId="1076"/>
          <ac:spMkLst>
            <pc:docMk/>
            <pc:sldMk cId="2348149926" sldId="274"/>
            <ac:spMk id="8" creationId="{7CFED1FF-B3B6-C27A-9CFA-3E2F986E49B0}"/>
          </ac:spMkLst>
        </pc:spChg>
        <pc:spChg chg="add mod">
          <ac:chgData name="Kate Cooper" userId="S::kmcooper@unomaha.edu::53996509-aa68-4a3e-b8c6-d8532b74f18f" providerId="AD" clId="Web-{EF2922A9-9207-9366-68F3-39505ED4BF4B}" dt="2023-10-27T20:21:41.633" v="93" actId="20577"/>
          <ac:spMkLst>
            <pc:docMk/>
            <pc:sldMk cId="2348149926" sldId="274"/>
            <ac:spMk id="9" creationId="{8E43B55C-8451-3CCF-FE5D-EAE1C30EE62C}"/>
          </ac:spMkLst>
        </pc:spChg>
        <pc:spChg chg="add">
          <ac:chgData name="Kate Cooper" userId="S::kmcooper@unomaha.edu::53996509-aa68-4a3e-b8c6-d8532b74f18f" providerId="AD" clId="Web-{EF2922A9-9207-9366-68F3-39505ED4BF4B}" dt="2023-10-27T20:20:51.865" v="70"/>
          <ac:spMkLst>
            <pc:docMk/>
            <pc:sldMk cId="2348149926" sldId="274"/>
            <ac:spMk id="12" creationId="{60D3D3BF-DDF0-D920-CB9A-A547CE681101}"/>
          </ac:spMkLst>
        </pc:spChg>
        <pc:grpChg chg="add mod">
          <ac:chgData name="Kate Cooper" userId="S::kmcooper@unomaha.edu::53996509-aa68-4a3e-b8c6-d8532b74f18f" providerId="AD" clId="Web-{EF2922A9-9207-9366-68F3-39505ED4BF4B}" dt="2023-10-27T20:21:14.069" v="78" actId="14100"/>
          <ac:grpSpMkLst>
            <pc:docMk/>
            <pc:sldMk cId="2348149926" sldId="274"/>
            <ac:grpSpMk id="11" creationId="{FE7F0B99-FB93-20EC-0389-7611B8B00071}"/>
          </ac:grpSpMkLst>
        </pc:grpChg>
        <pc:picChg chg="add del mod">
          <ac:chgData name="Kate Cooper" userId="S::kmcooper@unomaha.edu::53996509-aa68-4a3e-b8c6-d8532b74f18f" providerId="AD" clId="Web-{EF2922A9-9207-9366-68F3-39505ED4BF4B}" dt="2023-10-27T20:23:27.183" v="95"/>
          <ac:picMkLst>
            <pc:docMk/>
            <pc:sldMk cId="2348149926" sldId="274"/>
            <ac:picMk id="10" creationId="{DF085A83-F0C2-ECDC-232D-599223CB3EFF}"/>
          </ac:picMkLst>
        </pc:picChg>
        <pc:picChg chg="add">
          <ac:chgData name="Kate Cooper" userId="S::kmcooper@unomaha.edu::53996509-aa68-4a3e-b8c6-d8532b74f18f" providerId="AD" clId="Web-{EF2922A9-9207-9366-68F3-39505ED4BF4B}" dt="2023-10-27T20:20:51.865" v="70"/>
          <ac:picMkLst>
            <pc:docMk/>
            <pc:sldMk cId="2348149926" sldId="274"/>
            <ac:picMk id="13" creationId="{2ED95CAF-37AE-080C-F32A-DBD4E4259AF0}"/>
          </ac:picMkLst>
        </pc:picChg>
        <pc:picChg chg="add mod modCrop">
          <ac:chgData name="Kate Cooper" userId="S::kmcooper@unomaha.edu::53996509-aa68-4a3e-b8c6-d8532b74f18f" providerId="AD" clId="Web-{EF2922A9-9207-9366-68F3-39505ED4BF4B}" dt="2023-10-27T20:23:50.122" v="104" actId="1076"/>
          <ac:picMkLst>
            <pc:docMk/>
            <pc:sldMk cId="2348149926" sldId="274"/>
            <ac:picMk id="14" creationId="{84E211D9-AB02-5A55-F0E8-076E582EA69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10/27/2023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99978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0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3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10/27/2023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16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597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05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39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9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62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0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10/27/2023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60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ithub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ithub.co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Markdow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mailto:kmcooper@unomaha.edu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AAB00-BFE4-F4EF-B3DE-B03D157F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58951"/>
            <a:ext cx="3880511" cy="157784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cs typeface="Aharoni"/>
              </a:rPr>
              <a:t>Welcome! </a:t>
            </a:r>
            <a:br>
              <a:rPr lang="en-US" dirty="0">
                <a:cs typeface="Aharoni"/>
              </a:rPr>
            </a:br>
            <a:r>
              <a:rPr lang="en-US" dirty="0">
                <a:cs typeface="Aharoni"/>
              </a:rPr>
              <a:t>Get started while we wait: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66712-0A3D-C8FE-14FB-21F6284DD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611718"/>
            <a:ext cx="3880511" cy="35141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Go to </a:t>
            </a:r>
            <a:r>
              <a:rPr lang="en-US" dirty="0">
                <a:hlinkClick r:id="rId2"/>
              </a:rPr>
              <a:t>www.github.com</a:t>
            </a:r>
            <a:endParaRPr lang="en-US"/>
          </a:p>
          <a:p>
            <a:r>
              <a:rPr lang="en-US" dirty="0"/>
              <a:t>Click "Sign Up"</a:t>
            </a:r>
          </a:p>
          <a:p>
            <a:r>
              <a:rPr lang="en-US" dirty="0"/>
              <a:t>Follow the instructions to create a new GitHub account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8334EAA-B79B-B252-051C-E7899FD7F5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083"/>
          <a:stretch/>
        </p:blipFill>
        <p:spPr>
          <a:xfrm>
            <a:off x="5401463" y="10"/>
            <a:ext cx="679053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61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743804"/>
            <a:ext cx="4102609" cy="3793482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Making a Code Portfolio on GitHub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691564"/>
            <a:ext cx="4102609" cy="142263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l">
              <a:lnSpc>
                <a:spcPct val="95000"/>
              </a:lnSpc>
            </a:pPr>
            <a:r>
              <a:rPr lang="en-US" sz="2000" dirty="0">
                <a:ea typeface="Calibri"/>
                <a:cs typeface="Calibri"/>
              </a:rPr>
              <a:t>Workshop: MINK WIC 2023</a:t>
            </a:r>
          </a:p>
          <a:p>
            <a:pPr algn="l">
              <a:lnSpc>
                <a:spcPct val="95000"/>
              </a:lnSpc>
            </a:pPr>
            <a:r>
              <a:rPr lang="en-US" sz="2000" dirty="0">
                <a:ea typeface="Calibri"/>
                <a:cs typeface="Calibri"/>
              </a:rPr>
              <a:t>Dr. Kate Cooper</a:t>
            </a:r>
          </a:p>
          <a:p>
            <a:pPr algn="l">
              <a:lnSpc>
                <a:spcPct val="95000"/>
              </a:lnSpc>
            </a:pPr>
            <a:r>
              <a:rPr lang="en-US" sz="2000" dirty="0">
                <a:ea typeface="Calibri"/>
                <a:cs typeface="Calibri"/>
              </a:rPr>
              <a:t>Associate Professor</a:t>
            </a:r>
          </a:p>
          <a:p>
            <a:pPr algn="l">
              <a:lnSpc>
                <a:spcPct val="95000"/>
              </a:lnSpc>
            </a:pPr>
            <a:r>
              <a:rPr lang="en-US" sz="2000" dirty="0">
                <a:ea typeface="Calibri"/>
                <a:cs typeface="Calibri"/>
              </a:rPr>
              <a:t>University of Nebraska at Omaha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E7E850-7887-B9C7-8A6C-F9B8F1D47D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92" r="13262" b="8"/>
          <a:stretch/>
        </p:blipFill>
        <p:spPr>
          <a:xfrm>
            <a:off x="5349241" y="10"/>
            <a:ext cx="684275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A3C71-D7F7-FC9E-1D56-2109CE96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haroni"/>
              </a:rPr>
              <a:t>Objectives: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D7D7F-8187-5C00-92B9-FF69C38E0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Understand what GitHub is and what its used for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Identify components of an effective GitHub repository</a:t>
            </a:r>
          </a:p>
          <a:p>
            <a:pPr marL="514350" indent="-514350">
              <a:buAutoNum type="arabicPeriod"/>
            </a:pPr>
            <a:r>
              <a:rPr lang="en-US" dirty="0"/>
              <a:t>Create (fork) a simple GitHub repository from a template</a:t>
            </a:r>
          </a:p>
          <a:p>
            <a:pPr marL="514350" indent="-514350">
              <a:buAutoNum type="arabicPeriod"/>
            </a:pPr>
            <a:r>
              <a:rPr lang="en-US" dirty="0"/>
              <a:t>Write a simple Markdown file</a:t>
            </a:r>
          </a:p>
          <a:p>
            <a:pPr marL="514350" indent="-514350">
              <a:buAutoNum type="arabicPeriod"/>
            </a:pPr>
            <a:r>
              <a:rPr lang="en-US" dirty="0"/>
              <a:t>Improve a simple Python script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5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B272257-593A-402F-88FA-F1DECD9E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A9D4A-8ED4-CF4B-278D-5F37D781B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17650"/>
            <a:ext cx="9899650" cy="134461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Aharoni"/>
              </a:rPr>
              <a:t>What is GitHub?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434E5-0733-F0A6-009E-846D1DFD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970213"/>
            <a:ext cx="9899650" cy="31257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 online tool that is used to store, develop, and manage code</a:t>
            </a:r>
          </a:p>
          <a:p>
            <a:r>
              <a:rPr lang="en-US" dirty="0"/>
              <a:t>Uses </a:t>
            </a:r>
            <a:r>
              <a:rPr lang="en-US" b="1" dirty="0"/>
              <a:t>Git</a:t>
            </a:r>
            <a:r>
              <a:rPr lang="en-US" dirty="0"/>
              <a:t> (software version control) as a foundation</a:t>
            </a:r>
          </a:p>
          <a:p>
            <a:r>
              <a:rPr lang="en-US" dirty="0"/>
              <a:t>A good place to create and store a coding portfolio for others to see examples of your coding work</a:t>
            </a:r>
          </a:p>
          <a:p>
            <a:r>
              <a:rPr lang="en-US" dirty="0"/>
              <a:t>A place for collaboration</a:t>
            </a:r>
          </a:p>
        </p:txBody>
      </p:sp>
    </p:spTree>
    <p:extLst>
      <p:ext uri="{BB962C8B-B14F-4D97-AF65-F5344CB8AC3E}">
        <p14:creationId xmlns:p14="http://schemas.microsoft.com/office/powerpoint/2010/main" val="252587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9525-33D8-AA20-00E7-2BA202B0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haroni"/>
              </a:rPr>
              <a:t>What is Version Control???</a:t>
            </a:r>
            <a:endParaRPr lang="en-US" dirty="0"/>
          </a:p>
        </p:txBody>
      </p:sp>
      <p:pic>
        <p:nvPicPr>
          <p:cNvPr id="4" name="Picture 3" descr="xkcd: Documents">
            <a:extLst>
              <a:ext uri="{FF2B5EF4-FFF2-40B4-BE49-F238E27FC236}">
                <a16:creationId xmlns:a16="http://schemas.microsoft.com/office/drawing/2014/main" id="{034FB0F1-C37F-4AD1-F2B6-F24F69898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166" y="306279"/>
            <a:ext cx="3512055" cy="58385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final doc comic">
            <a:extLst>
              <a:ext uri="{FF2B5EF4-FFF2-40B4-BE49-F238E27FC236}">
                <a16:creationId xmlns:a16="http://schemas.microsoft.com/office/drawing/2014/main" id="{D7AA58C9-997A-44C2-C3D1-D40E103AB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458" y="305540"/>
            <a:ext cx="4385568" cy="58474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5E2B43-5355-7A47-4BEB-5BC2545514E6}"/>
              </a:ext>
            </a:extLst>
          </p:cNvPr>
          <p:cNvSpPr txBox="1"/>
          <p:nvPr/>
        </p:nvSpPr>
        <p:spPr>
          <a:xfrm>
            <a:off x="1805126" y="6206970"/>
            <a:ext cx="40541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XKCD #1451 "Documents"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55E4A8-ED03-0F1A-AAC5-F13A6854EBCB}"/>
              </a:ext>
            </a:extLst>
          </p:cNvPr>
          <p:cNvSpPr txBox="1"/>
          <p:nvPr/>
        </p:nvSpPr>
        <p:spPr>
          <a:xfrm>
            <a:off x="6192175" y="6206970"/>
            <a:ext cx="40541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PhD Comics #1531</a:t>
            </a:r>
          </a:p>
        </p:txBody>
      </p:sp>
    </p:spTree>
    <p:extLst>
      <p:ext uri="{BB962C8B-B14F-4D97-AF65-F5344CB8AC3E}">
        <p14:creationId xmlns:p14="http://schemas.microsoft.com/office/powerpoint/2010/main" val="93589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34F6-3449-7019-1916-DD5215379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Aharoni"/>
              </a:rPr>
              <a:t>Why should I have a GitHub account?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0B33AB9B-9228-AD64-3D2D-BA436E048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991" y="2897219"/>
            <a:ext cx="9872869" cy="3408931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47303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34F6-3449-7019-1916-DD5215379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Aharoni"/>
              </a:rPr>
              <a:t>Why should I have a GitHub account?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9B38F59D-5DA0-CA06-16AE-AF32A0C8E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607" y="2861366"/>
            <a:ext cx="6310420" cy="3375726"/>
          </a:xfrm>
          <a:ln>
            <a:solidFill>
              <a:schemeClr val="tx1"/>
            </a:solidFill>
          </a:ln>
        </p:spPr>
      </p:pic>
      <p:pic>
        <p:nvPicPr>
          <p:cNvPr id="3" name="Picture 2" descr="A screenshot of a calendar&#10;&#10;Description automatically generated">
            <a:extLst>
              <a:ext uri="{FF2B5EF4-FFF2-40B4-BE49-F238E27FC236}">
                <a16:creationId xmlns:a16="http://schemas.microsoft.com/office/drawing/2014/main" id="{18650BF0-813D-CE7C-AF2D-994FA6B97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565" y="2449439"/>
            <a:ext cx="6631608" cy="164990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514038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C6176-31F4-9BB2-7603-4611C210493F}"/>
              </a:ext>
            </a:extLst>
          </p:cNvPr>
          <p:cNvSpPr>
            <a:spLocks noGrp="1"/>
          </p:cNvSpPr>
          <p:nvPr/>
        </p:nvSpPr>
        <p:spPr>
          <a:xfrm>
            <a:off x="9267119" y="4313070"/>
            <a:ext cx="9030038" cy="36512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DEPARTMENT NAME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AA3CCB-4A16-713B-9EC5-663D98E61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1" y="4408797"/>
            <a:ext cx="5537047" cy="66676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7CC32EEE-B362-AD53-6B6B-7C2A8778A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3" y="5226073"/>
            <a:ext cx="5787002" cy="79388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352A7E8B-2D88-6BB0-7201-77F0D26E8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26" y="5667094"/>
            <a:ext cx="6283525" cy="104177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EB20C229-3215-C909-9ECA-9703D6FA3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047" y="4070045"/>
            <a:ext cx="6362645" cy="104177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F1138F-8470-3B3C-B2CA-FA69C030D8D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298"/>
          <a:stretch/>
        </p:blipFill>
        <p:spPr>
          <a:xfrm>
            <a:off x="5941814" y="3183586"/>
            <a:ext cx="6204466" cy="6731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1BDF9E-226C-1323-348C-D89B300E5D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7767" y="5225072"/>
            <a:ext cx="6510637" cy="34142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7512B54F-8EFC-644F-B44D-0CADF837359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70333"/>
          <a:stretch/>
        </p:blipFill>
        <p:spPr>
          <a:xfrm>
            <a:off x="5942048" y="257148"/>
            <a:ext cx="6161006" cy="8302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C00088A8-28D2-4730-8611-37C58CB1804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27376"/>
          <a:stretch/>
        </p:blipFill>
        <p:spPr>
          <a:xfrm>
            <a:off x="5987768" y="1237772"/>
            <a:ext cx="6342194" cy="115755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32E27F-6E60-F209-94E1-8CCC1BBE07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2048" y="2655822"/>
            <a:ext cx="6510636" cy="44039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6" name="Picture 15" descr="A person with her mouth open&#10;&#10;Description automatically generated with medium confidence">
            <a:extLst>
              <a:ext uri="{FF2B5EF4-FFF2-40B4-BE49-F238E27FC236}">
                <a16:creationId xmlns:a16="http://schemas.microsoft.com/office/drawing/2014/main" id="{A61D2CEB-FB11-8EA8-491F-ED0B56555C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25" y="78056"/>
            <a:ext cx="5787001" cy="423168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330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7A2D-E767-63E3-E83E-D7590443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haroni"/>
              </a:rPr>
              <a:t>What should I put on my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69EE0-D4E7-5D35-2220-873F9101C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Good:</a:t>
            </a:r>
            <a:r>
              <a:rPr lang="en-US" dirty="0"/>
              <a:t> Code that you wrote!</a:t>
            </a:r>
          </a:p>
          <a:p>
            <a:r>
              <a:rPr lang="en-US" b="1" dirty="0"/>
              <a:t>Better:</a:t>
            </a:r>
            <a:r>
              <a:rPr lang="en-US" dirty="0"/>
              <a:t> Code that you wrote with comments and good formatting</a:t>
            </a:r>
          </a:p>
          <a:p>
            <a:r>
              <a:rPr lang="en-US" b="1" dirty="0"/>
              <a:t>Best:</a:t>
            </a:r>
            <a:r>
              <a:rPr lang="en-US" dirty="0"/>
              <a:t> Code that you wrote with comments, good formatting, and documentation/annotation</a:t>
            </a:r>
          </a:p>
        </p:txBody>
      </p:sp>
    </p:spTree>
    <p:extLst>
      <p:ext uri="{BB962C8B-B14F-4D97-AF65-F5344CB8AC3E}">
        <p14:creationId xmlns:p14="http://schemas.microsoft.com/office/powerpoint/2010/main" val="3154796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AAB00-BFE4-F4EF-B3DE-B03D157F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58951"/>
            <a:ext cx="3880511" cy="157784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cs typeface="Aharoni"/>
              </a:rPr>
              <a:t>Welcome! </a:t>
            </a:r>
            <a:br>
              <a:rPr lang="en-US" dirty="0">
                <a:cs typeface="Aharoni"/>
              </a:rPr>
            </a:br>
            <a:r>
              <a:rPr lang="en-US" dirty="0">
                <a:cs typeface="Aharoni"/>
              </a:rPr>
              <a:t>Get started while we wait: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66712-0A3D-C8FE-14FB-21F6284DD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611718"/>
            <a:ext cx="3880511" cy="35141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Go to </a:t>
            </a:r>
            <a:r>
              <a:rPr lang="en-US" dirty="0">
                <a:hlinkClick r:id="rId2"/>
              </a:rPr>
              <a:t>www.github.com</a:t>
            </a:r>
            <a:endParaRPr lang="en-US"/>
          </a:p>
          <a:p>
            <a:r>
              <a:rPr lang="en-US" dirty="0"/>
              <a:t>Click "Sign Up"</a:t>
            </a:r>
          </a:p>
          <a:p>
            <a:r>
              <a:rPr lang="en-US" dirty="0"/>
              <a:t>Follow the instructions to create a new GitHub account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8334EAA-B79B-B252-051C-E7899FD7F5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083"/>
          <a:stretch/>
        </p:blipFill>
        <p:spPr>
          <a:xfrm>
            <a:off x="5401463" y="10"/>
            <a:ext cx="679053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33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E4EF-A880-82CE-A5B0-A41E3C05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" y="85344"/>
            <a:ext cx="9144000" cy="1344168"/>
          </a:xfrm>
        </p:spPr>
        <p:txBody>
          <a:bodyPr/>
          <a:lstStyle/>
          <a:p>
            <a:r>
              <a:rPr lang="en-US" dirty="0">
                <a:cs typeface="Aharoni"/>
              </a:rPr>
              <a:t>Your Dashboard</a:t>
            </a:r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AA272F0-7E94-09FA-F1E4-95478E88A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94" y="755257"/>
            <a:ext cx="11277599" cy="53907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0581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C4F4F-C88E-25D6-201A-214776C668DE}"/>
              </a:ext>
            </a:extLst>
          </p:cNvPr>
          <p:cNvSpPr txBox="1"/>
          <p:nvPr/>
        </p:nvSpPr>
        <p:spPr>
          <a:xfrm>
            <a:off x="800770" y="3133557"/>
            <a:ext cx="105904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>
                <a:ea typeface="+mn-lt"/>
                <a:cs typeface="+mn-lt"/>
              </a:rPr>
              <a:t>https://tinyurl.com/minkwic23github</a:t>
            </a:r>
            <a:endParaRPr lang="en-US" sz="48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E06FC6-CA7A-61D9-FC84-9B1AB65F9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cs typeface="Aharoni"/>
              </a:rPr>
              <a:t>Once logged in to GitHub,</a:t>
            </a:r>
            <a:br>
              <a:rPr lang="en-US" dirty="0">
                <a:cs typeface="Aharoni"/>
              </a:rPr>
            </a:br>
            <a:r>
              <a:rPr lang="en-US" dirty="0">
                <a:cs typeface="Aharoni"/>
              </a:rPr>
              <a:t>please go to this site:</a:t>
            </a:r>
          </a:p>
        </p:txBody>
      </p:sp>
    </p:spTree>
    <p:extLst>
      <p:ext uri="{BB962C8B-B14F-4D97-AF65-F5344CB8AC3E}">
        <p14:creationId xmlns:p14="http://schemas.microsoft.com/office/powerpoint/2010/main" val="3903343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16440-C5A8-082D-A617-EB3F4E39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F163BD73-EECC-FC07-9AC7-8DFF99E2A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463" y="1093919"/>
            <a:ext cx="10287000" cy="4975871"/>
          </a:xfr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769986-FBAD-9A53-563E-EE0AAE53F23E}"/>
              </a:ext>
            </a:extLst>
          </p:cNvPr>
          <p:cNvSpPr/>
          <p:nvPr/>
        </p:nvSpPr>
        <p:spPr>
          <a:xfrm>
            <a:off x="8427720" y="1828800"/>
            <a:ext cx="1082040" cy="50292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Click the button in the top right corner that says Fork">
            <a:extLst>
              <a:ext uri="{FF2B5EF4-FFF2-40B4-BE49-F238E27FC236}">
                <a16:creationId xmlns:a16="http://schemas.microsoft.com/office/drawing/2014/main" id="{788FD24B-1E2B-84A5-8A90-EF314BAB3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1" y="2869333"/>
            <a:ext cx="8427717" cy="249093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4378D879-FD7E-4590-DC0D-B53C6EE2DAC6}"/>
              </a:ext>
            </a:extLst>
          </p:cNvPr>
          <p:cNvSpPr/>
          <p:nvPr/>
        </p:nvSpPr>
        <p:spPr>
          <a:xfrm rot="7980000">
            <a:off x="7086685" y="2680892"/>
            <a:ext cx="1584960" cy="5562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0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reate_fork.png">
            <a:extLst>
              <a:ext uri="{FF2B5EF4-FFF2-40B4-BE49-F238E27FC236}">
                <a16:creationId xmlns:a16="http://schemas.microsoft.com/office/drawing/2014/main" id="{FF0E7276-ACA4-D916-D973-3210841B3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3470" y="929640"/>
            <a:ext cx="8207600" cy="510857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FDF6FB-A807-3A40-A075-457D53A33CC8}"/>
              </a:ext>
            </a:extLst>
          </p:cNvPr>
          <p:cNvSpPr/>
          <p:nvPr/>
        </p:nvSpPr>
        <p:spPr>
          <a:xfrm>
            <a:off x="8839200" y="5425440"/>
            <a:ext cx="1463040" cy="6096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D971149-E7F8-F2A5-5169-DE74A95C925C}"/>
              </a:ext>
            </a:extLst>
          </p:cNvPr>
          <p:cNvSpPr/>
          <p:nvPr/>
        </p:nvSpPr>
        <p:spPr>
          <a:xfrm rot="10800000">
            <a:off x="10378525" y="5424092"/>
            <a:ext cx="822960" cy="5562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4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28F66-9AED-97B6-FE1E-722A2746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haroni"/>
              </a:rPr>
              <a:t>Markdown Language (.md files)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E45B8-4351-F9EF-FA51-9BCBF9567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316480"/>
            <a:ext cx="9144000" cy="3782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rgbClr val="4D5156"/>
                </a:solidFill>
                <a:ea typeface="+mn-lt"/>
                <a:cs typeface="+mn-lt"/>
              </a:rPr>
              <a:t>Markdown is "a lightweight markup language for creating formatted text using a plain-text editor"</a:t>
            </a:r>
            <a:r>
              <a:rPr lang="en-US" dirty="0">
                <a:solidFill>
                  <a:srgbClr val="4D5156"/>
                </a:solidFill>
                <a:ea typeface="+mn-lt"/>
                <a:cs typeface="+mn-lt"/>
              </a:rPr>
              <a:t> [</a:t>
            </a:r>
            <a:r>
              <a:rPr lang="en-US" dirty="0">
                <a:solidFill>
                  <a:srgbClr val="4D5156"/>
                </a:solidFill>
                <a:ea typeface="+mn-lt"/>
                <a:cs typeface="+mn-lt"/>
                <a:hlinkClick r:id="rId2"/>
              </a:rPr>
              <a:t>Wikipedia</a:t>
            </a:r>
            <a:r>
              <a:rPr lang="en-US" dirty="0">
                <a:solidFill>
                  <a:srgbClr val="4D5156"/>
                </a:solidFill>
                <a:ea typeface="+mn-lt"/>
                <a:cs typeface="+mn-lt"/>
              </a:rPr>
              <a:t>]</a:t>
            </a:r>
          </a:p>
          <a:p>
            <a:r>
              <a:rPr lang="en-US" dirty="0">
                <a:solidFill>
                  <a:srgbClr val="4D5156"/>
                </a:solidFill>
              </a:rPr>
              <a:t>Tell GitHub to use Markdown by ending your filename with .md</a:t>
            </a:r>
          </a:p>
          <a:p>
            <a:r>
              <a:rPr lang="en-US" dirty="0">
                <a:solidFill>
                  <a:srgbClr val="4D5156"/>
                </a:solidFill>
              </a:rPr>
              <a:t>Let's make a new Markdown file!</a:t>
            </a:r>
          </a:p>
        </p:txBody>
      </p:sp>
    </p:spTree>
    <p:extLst>
      <p:ext uri="{BB962C8B-B14F-4D97-AF65-F5344CB8AC3E}">
        <p14:creationId xmlns:p14="http://schemas.microsoft.com/office/powerpoint/2010/main" val="1584273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6DF02-CA38-A944-F467-3503BA46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5400000">
            <a:off x="-1194883" y="2656086"/>
            <a:ext cx="4039340" cy="1344168"/>
          </a:xfrm>
        </p:spPr>
        <p:txBody>
          <a:bodyPr/>
          <a:lstStyle/>
          <a:p>
            <a:r>
              <a:rPr lang="en-US" dirty="0">
                <a:cs typeface="Aharoni"/>
              </a:rPr>
              <a:t>Markdown Cheat Sheet</a:t>
            </a:r>
            <a:endParaRPr lang="en-US" dirty="0"/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2692B9B-659D-6487-6F0B-7FB18E1A5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9131" y="3654"/>
            <a:ext cx="8357585" cy="6844682"/>
          </a:xfr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5319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42B5E5-A56D-5D13-99B5-C410231AB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768" y="97477"/>
            <a:ext cx="11171067" cy="1344168"/>
          </a:xfrm>
        </p:spPr>
        <p:txBody>
          <a:bodyPr/>
          <a:lstStyle/>
          <a:p>
            <a:pPr algn="ctr"/>
            <a:r>
              <a:rPr lang="en-US" dirty="0">
                <a:cs typeface="Aharoni"/>
              </a:rPr>
              <a:t>Can you replicate my Markdown file?</a:t>
            </a:r>
            <a:endParaRPr lang="en-US" dirty="0"/>
          </a:p>
        </p:txBody>
      </p:sp>
      <p:pic>
        <p:nvPicPr>
          <p:cNvPr id="8" name="Content Placeholder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90C6047-8FE3-DE48-A36F-5391FD2CB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5865" y="1053601"/>
            <a:ext cx="8862873" cy="5136324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9116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392C0F-DCF0-DC5C-2D44-3EDDE855C137}"/>
              </a:ext>
            </a:extLst>
          </p:cNvPr>
          <p:cNvSpPr>
            <a:spLocks noGrp="1"/>
          </p:cNvSpPr>
          <p:nvPr/>
        </p:nvSpPr>
        <p:spPr>
          <a:xfrm>
            <a:off x="863813" y="133843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D7192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Discussion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A517DC5-2B0F-48FD-3D02-331A5DE6ECFC}"/>
              </a:ext>
            </a:extLst>
          </p:cNvPr>
          <p:cNvSpPr>
            <a:spLocks noGrp="1"/>
          </p:cNvSpPr>
          <p:nvPr/>
        </p:nvSpPr>
        <p:spPr>
          <a:xfrm>
            <a:off x="863813" y="2798936"/>
            <a:ext cx="10515600" cy="39925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Aggregation of </a:t>
            </a:r>
            <a:r>
              <a:rPr lang="en-US" b="1" dirty="0"/>
              <a:t>tutorials, workshops, case-studies</a:t>
            </a:r>
            <a:r>
              <a:rPr lang="en-US" dirty="0"/>
              <a:t>, and </a:t>
            </a:r>
            <a:r>
              <a:rPr lang="en-US" b="1" dirty="0"/>
              <a:t>more</a:t>
            </a:r>
            <a:br>
              <a:rPr lang="en-US" dirty="0"/>
            </a:br>
            <a:r>
              <a:rPr lang="en-US" dirty="0"/>
              <a:t>is needed both for computing trainees and educators as a</a:t>
            </a:r>
            <a:br>
              <a:rPr lang="en-US" dirty="0"/>
            </a:br>
            <a:r>
              <a:rPr lang="en-US" dirty="0"/>
              <a:t>means to </a:t>
            </a:r>
            <a:r>
              <a:rPr lang="en-US" b="1" dirty="0">
                <a:solidFill>
                  <a:srgbClr val="C00000"/>
                </a:solidFill>
              </a:rPr>
              <a:t>enhance learning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bolster research</a:t>
            </a:r>
            <a:r>
              <a:rPr lang="en-US" dirty="0"/>
              <a:t>, and provides a foundation for community database that might support enhancement of trainee knowledge.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CFED1FF-B3B6-C27A-9CFA-3E2F986E49B0}"/>
              </a:ext>
            </a:extLst>
          </p:cNvPr>
          <p:cNvSpPr>
            <a:spLocks noGrp="1"/>
          </p:cNvSpPr>
          <p:nvPr/>
        </p:nvSpPr>
        <p:spPr>
          <a:xfrm>
            <a:off x="1183448" y="7283623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DEPARTMENT NAME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43B55C-8451-3CCF-FE5D-EAE1C30EE62C}"/>
              </a:ext>
            </a:extLst>
          </p:cNvPr>
          <p:cNvSpPr/>
          <p:nvPr/>
        </p:nvSpPr>
        <p:spPr>
          <a:xfrm>
            <a:off x="1255204" y="5611201"/>
            <a:ext cx="6096000" cy="923330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We are developing </a:t>
            </a:r>
            <a:r>
              <a:rPr lang="en-US" b="1" dirty="0">
                <a:solidFill>
                  <a:srgbClr val="C00000"/>
                </a:solidFill>
              </a:rPr>
              <a:t>free, self-paced modules </a:t>
            </a:r>
            <a:r>
              <a:rPr lang="en-US" dirty="0"/>
              <a:t>to teach computing trainees about reproducibility  – sign up for more information if you are interested!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7F0B99-FB93-20EC-0389-7611B8B00071}"/>
              </a:ext>
            </a:extLst>
          </p:cNvPr>
          <p:cNvGrpSpPr/>
          <p:nvPr/>
        </p:nvGrpSpPr>
        <p:grpSpPr>
          <a:xfrm>
            <a:off x="-6403" y="45353"/>
            <a:ext cx="12192000" cy="2348046"/>
            <a:chOff x="0" y="480782"/>
            <a:chExt cx="12192000" cy="328293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0D3D3BF-DDF0-D920-CB9A-A547CE681101}"/>
                </a:ext>
              </a:extLst>
            </p:cNvPr>
            <p:cNvSpPr/>
            <p:nvPr/>
          </p:nvSpPr>
          <p:spPr>
            <a:xfrm>
              <a:off x="0" y="480782"/>
              <a:ext cx="12192000" cy="3282936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Thank you!</a:t>
              </a:r>
            </a:p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Questions? Comments?</a:t>
              </a:r>
            </a:p>
            <a:p>
              <a:pPr algn="ctr"/>
              <a:r>
                <a:rPr lang="en-US" sz="4000" dirty="0">
                  <a:solidFill>
                    <a:schemeClr val="tx1"/>
                  </a:solidFill>
                  <a:hlinkClick r:id="rId2"/>
                </a:rPr>
                <a:t>kmcooper@unomaha.edu</a:t>
              </a:r>
              <a:endParaRPr lang="en-US" sz="40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@</a:t>
              </a:r>
              <a:r>
                <a:rPr lang="en-US" sz="4000" dirty="0" err="1">
                  <a:solidFill>
                    <a:schemeClr val="tx1"/>
                  </a:solidFill>
                </a:rPr>
                <a:t>KateCooperOMA</a:t>
              </a:r>
              <a:endParaRPr lang="en-US" sz="4000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12" descr="Twitter logo on black background - Free logo icons">
              <a:extLst>
                <a:ext uri="{FF2B5EF4-FFF2-40B4-BE49-F238E27FC236}">
                  <a16:creationId xmlns:a16="http://schemas.microsoft.com/office/drawing/2014/main" id="{2ED95CAF-37AE-080C-F32A-DBD4E4259A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2222" y="2832421"/>
              <a:ext cx="446808" cy="460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1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84E211D9-AB02-5A55-F0E8-076E582EA6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10" t="6733" r="8498" b="7723"/>
          <a:stretch/>
        </p:blipFill>
        <p:spPr>
          <a:xfrm>
            <a:off x="7349524" y="4898186"/>
            <a:ext cx="1863384" cy="18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49926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AnalogousFromRegularSeedLeftStep">
      <a:dk1>
        <a:srgbClr val="000000"/>
      </a:dk1>
      <a:lt1>
        <a:srgbClr val="FFFFFF"/>
      </a:lt1>
      <a:dk2>
        <a:srgbClr val="341F1D"/>
      </a:dk2>
      <a:lt2>
        <a:srgbClr val="E8E2E4"/>
      </a:lt2>
      <a:accent1>
        <a:srgbClr val="21B87D"/>
      </a:accent1>
      <a:accent2>
        <a:srgbClr val="14B834"/>
      </a:accent2>
      <a:accent3>
        <a:srgbClr val="42B721"/>
      </a:accent3>
      <a:accent4>
        <a:srgbClr val="77B013"/>
      </a:accent4>
      <a:accent5>
        <a:srgbClr val="ABA31E"/>
      </a:accent5>
      <a:accent6>
        <a:srgbClr val="D57B17"/>
      </a:accent6>
      <a:hlink>
        <a:srgbClr val="BF3F71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PrismaticVTI</vt:lpstr>
      <vt:lpstr>Welcome!  Get started while we wait:</vt:lpstr>
      <vt:lpstr>Making a Code Portfolio on GitHub</vt:lpstr>
      <vt:lpstr>Objectives:</vt:lpstr>
      <vt:lpstr>What is GitHub?</vt:lpstr>
      <vt:lpstr>What is Version Control???</vt:lpstr>
      <vt:lpstr>Why should I have a GitHub account?</vt:lpstr>
      <vt:lpstr>Why should I have a GitHub account?</vt:lpstr>
      <vt:lpstr>PowerPoint Presentation</vt:lpstr>
      <vt:lpstr>What should I put on my GitHub?</vt:lpstr>
      <vt:lpstr>Welcome!  Get started while we wait:</vt:lpstr>
      <vt:lpstr>Your Dashboard</vt:lpstr>
      <vt:lpstr>Once logged in to GitHub, please go to this site:</vt:lpstr>
      <vt:lpstr>PowerPoint Presentation</vt:lpstr>
      <vt:lpstr>PowerPoint Presentation</vt:lpstr>
      <vt:lpstr>Markdown Language (.md files)</vt:lpstr>
      <vt:lpstr>Markdown Cheat Sheet</vt:lpstr>
      <vt:lpstr>Can you replicate my Markdown file?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269</cp:revision>
  <dcterms:created xsi:type="dcterms:W3CDTF">2023-10-06T15:56:21Z</dcterms:created>
  <dcterms:modified xsi:type="dcterms:W3CDTF">2023-10-27T20:32:28Z</dcterms:modified>
</cp:coreProperties>
</file>